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082" r:id="rId31"/>
  </p:sldMasterIdLst>
  <p:notesMasterIdLst>
    <p:notesMasterId r:id="rId50"/>
  </p:notesMasterIdLst>
  <p:handoutMasterIdLst>
    <p:handoutMasterId r:id="rId51"/>
  </p:handoutMasterIdLst>
  <p:sldIdLst>
    <p:sldId id="290" r:id="rId32"/>
    <p:sldId id="283" r:id="rId33"/>
    <p:sldId id="281" r:id="rId34"/>
    <p:sldId id="263" r:id="rId35"/>
    <p:sldId id="291" r:id="rId36"/>
    <p:sldId id="271" r:id="rId37"/>
    <p:sldId id="292" r:id="rId38"/>
    <p:sldId id="294" r:id="rId39"/>
    <p:sldId id="295" r:id="rId40"/>
    <p:sldId id="296" r:id="rId41"/>
    <p:sldId id="297" r:id="rId42"/>
    <p:sldId id="300" r:id="rId43"/>
    <p:sldId id="299" r:id="rId44"/>
    <p:sldId id="298" r:id="rId45"/>
    <p:sldId id="301" r:id="rId46"/>
    <p:sldId id="302" r:id="rId47"/>
    <p:sldId id="303" r:id="rId48"/>
    <p:sldId id="304" r:id="rId49"/>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3">
          <p15:clr>
            <a:srgbClr val="A4A3A4"/>
          </p15:clr>
        </p15:guide>
        <p15:guide id="2" pos="391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3C00"/>
    <a:srgbClr val="002050"/>
    <a:srgbClr val="0072C6"/>
    <a:srgbClr val="EEEEEE"/>
    <a:srgbClr val="737373"/>
    <a:srgbClr val="333333"/>
    <a:srgbClr val="0078D7"/>
    <a:srgbClr val="3C3C3C"/>
    <a:srgbClr val="D83B01"/>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85584" autoAdjust="0"/>
  </p:normalViewPr>
  <p:slideViewPr>
    <p:cSldViewPr>
      <p:cViewPr varScale="1">
        <p:scale>
          <a:sx n="88" d="100"/>
          <a:sy n="88" d="100"/>
        </p:scale>
        <p:origin x="216" y="53"/>
      </p:cViewPr>
      <p:guideLst>
        <p:guide orient="horz" pos="2203"/>
        <p:guide pos="391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howGuides="1">
      <p:cViewPr varScale="1">
        <p:scale>
          <a:sx n="83" d="100"/>
          <a:sy n="83" d="100"/>
        </p:scale>
        <p:origin x="38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slide" Target="slides/slide8.xml"/><Relationship Id="rId21" Type="http://schemas.openxmlformats.org/officeDocument/2006/relationships/customXml" Target="../customXml/item21.xml"/><Relationship Id="rId34" Type="http://schemas.openxmlformats.org/officeDocument/2006/relationships/slide" Target="slides/slide3.xml"/><Relationship Id="rId42" Type="http://schemas.openxmlformats.org/officeDocument/2006/relationships/slide" Target="slides/slide11.xml"/><Relationship Id="rId47" Type="http://schemas.openxmlformats.org/officeDocument/2006/relationships/slide" Target="slides/slide1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slide" Target="slides/slide2.xml"/><Relationship Id="rId38" Type="http://schemas.openxmlformats.org/officeDocument/2006/relationships/slide" Target="slides/slide7.xml"/><Relationship Id="rId46" Type="http://schemas.openxmlformats.org/officeDocument/2006/relationships/slide" Target="slides/slide15.xml"/><Relationship Id="rId2" Type="http://schemas.openxmlformats.org/officeDocument/2006/relationships/customXml" Target="../customXml/item2.xml"/><Relationship Id="rId16" Type="http://schemas.openxmlformats.org/officeDocument/2006/relationships/customXml" Target="../customXml/item16.xml"/><Relationship Id="rId20" Type="http://schemas.openxmlformats.org/officeDocument/2006/relationships/customXml" Target="../customXml/item20.xml"/><Relationship Id="rId29" Type="http://schemas.openxmlformats.org/officeDocument/2006/relationships/customXml" Target="../customXml/item29.xml"/><Relationship Id="rId41" Type="http://schemas.openxmlformats.org/officeDocument/2006/relationships/slide" Target="slides/slide10.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slide" Target="slides/slide1.xml"/><Relationship Id="rId37" Type="http://schemas.openxmlformats.org/officeDocument/2006/relationships/slide" Target="slides/slide6.xml"/><Relationship Id="rId40" Type="http://schemas.openxmlformats.org/officeDocument/2006/relationships/slide" Target="slides/slide9.xml"/><Relationship Id="rId45" Type="http://schemas.openxmlformats.org/officeDocument/2006/relationships/slide" Target="slides/slide14.xml"/><Relationship Id="rId53"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slide" Target="slides/slide5.xml"/><Relationship Id="rId49" Type="http://schemas.openxmlformats.org/officeDocument/2006/relationships/slide" Target="slides/slide18.xml"/><Relationship Id="rId57" Type="http://schemas.microsoft.com/office/2015/10/relationships/revisionInfo" Target="revisionInfo.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slideMaster" Target="slideMasters/slideMaster1.xml"/><Relationship Id="rId44" Type="http://schemas.openxmlformats.org/officeDocument/2006/relationships/slide" Target="slides/slide13.xml"/><Relationship Id="rId52"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slide" Target="slides/slide4.xml"/><Relationship Id="rId43" Type="http://schemas.openxmlformats.org/officeDocument/2006/relationships/slide" Target="slides/slide12.xml"/><Relationship Id="rId48" Type="http://schemas.openxmlformats.org/officeDocument/2006/relationships/slide" Target="slides/slide17.xml"/><Relationship Id="rId56" Type="http://schemas.openxmlformats.org/officeDocument/2006/relationships/tableStyles" Target="tableStyles.xml"/><Relationship Id="rId8" Type="http://schemas.openxmlformats.org/officeDocument/2006/relationships/customXml" Target="../customXml/item8.xml"/><Relationship Id="rId51" Type="http://schemas.openxmlformats.org/officeDocument/2006/relationships/handoutMaster" Target="handoutMasters/handout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8D045D-9A66-44E7-900A-FC6D0BD4E54A}" type="datetime8">
              <a:rPr lang="en-US" smtClean="0">
                <a:latin typeface="Segoe UI" pitchFamily="34" charset="0"/>
              </a:rPr>
              <a:t>5/7/2017 12:02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EEC551-8CDA-4EB6-89BB-2A86C9F091C8}" type="datetime8">
              <a:rPr lang="en-US" smtClean="0"/>
              <a:t>5/7/2017 12:02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5/7/2017 12:02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50501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customXml" Target="../../customXml/item15.xml"/><Relationship Id="rId7" Type="http://schemas.openxmlformats.org/officeDocument/2006/relationships/image" Target="../media/image1.png"/><Relationship Id="rId2" Type="http://schemas.openxmlformats.org/officeDocument/2006/relationships/customXml" Target="../../customXml/item30.xml"/><Relationship Id="rId1" Type="http://schemas.openxmlformats.org/officeDocument/2006/relationships/customXml" Target="../../customXml/item6.xml"/><Relationship Id="rId6" Type="http://schemas.openxmlformats.org/officeDocument/2006/relationships/slideMaster" Target="../slideMasters/slideMaster1.xml"/><Relationship Id="rId5" Type="http://schemas.openxmlformats.org/officeDocument/2006/relationships/customXml" Target="../../customXml/item24.xml"/><Relationship Id="rId4" Type="http://schemas.openxmlformats.org/officeDocument/2006/relationships/customXml" Target="../../customXml/item21.xml"/></Relationships>
</file>

<file path=ppt/slideLayouts/_rels/slideLayout2.xml.rels><?xml version="1.0" encoding="UTF-8" standalone="yes"?>
<Relationships xmlns="http://schemas.openxmlformats.org/package/2006/relationships"><Relationship Id="rId3" Type="http://schemas.openxmlformats.org/officeDocument/2006/relationships/customXml" Target="../../customXml/item13.xml"/><Relationship Id="rId2" Type="http://schemas.openxmlformats.org/officeDocument/2006/relationships/customXml" Target="../../customXml/item5.xml"/><Relationship Id="rId1" Type="http://schemas.openxmlformats.org/officeDocument/2006/relationships/customXml" Target="../../customXml/item12.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customXml" Target="../../customXml/item1.xml"/></Relationships>
</file>

<file path=ppt/slideLayouts/_rels/slideLayout3.xml.rels><?xml version="1.0" encoding="UTF-8" standalone="yes"?>
<Relationships xmlns="http://schemas.openxmlformats.org/package/2006/relationships"><Relationship Id="rId3" Type="http://schemas.openxmlformats.org/officeDocument/2006/relationships/customXml" Target="../../customXml/item29.xml"/><Relationship Id="rId7" Type="http://schemas.openxmlformats.org/officeDocument/2006/relationships/image" Target="../media/image1.png"/><Relationship Id="rId2" Type="http://schemas.openxmlformats.org/officeDocument/2006/relationships/customXml" Target="../../customXml/item22.xml"/><Relationship Id="rId1" Type="http://schemas.openxmlformats.org/officeDocument/2006/relationships/customXml" Target="../../customXml/item2.xml"/><Relationship Id="rId6" Type="http://schemas.openxmlformats.org/officeDocument/2006/relationships/slideMaster" Target="../slideMasters/slideMaster1.xml"/><Relationship Id="rId5" Type="http://schemas.openxmlformats.org/officeDocument/2006/relationships/customXml" Target="../../customXml/item7.xml"/><Relationship Id="rId4" Type="http://schemas.openxmlformats.org/officeDocument/2006/relationships/customXml" Target="../../customXml/item9.xml"/></Relationships>
</file>

<file path=ppt/slideLayouts/_rels/slideLayout4.xml.rels><?xml version="1.0" encoding="UTF-8" standalone="yes"?>
<Relationships xmlns="http://schemas.openxmlformats.org/package/2006/relationships"><Relationship Id="rId3" Type="http://schemas.openxmlformats.org/officeDocument/2006/relationships/customXml" Target="../../customXml/item18.xml"/><Relationship Id="rId7" Type="http://schemas.openxmlformats.org/officeDocument/2006/relationships/image" Target="../media/image1.png"/><Relationship Id="rId2" Type="http://schemas.openxmlformats.org/officeDocument/2006/relationships/customXml" Target="../../customXml/item28.xml"/><Relationship Id="rId1" Type="http://schemas.openxmlformats.org/officeDocument/2006/relationships/customXml" Target="../../customXml/item16.xml"/><Relationship Id="rId6" Type="http://schemas.openxmlformats.org/officeDocument/2006/relationships/slideMaster" Target="../slideMasters/slideMaster1.xml"/><Relationship Id="rId5" Type="http://schemas.openxmlformats.org/officeDocument/2006/relationships/customXml" Target="../../customXml/item3.xml"/><Relationship Id="rId4" Type="http://schemas.openxmlformats.org/officeDocument/2006/relationships/customXml" Target="../../customXml/item23.xml"/></Relationships>
</file>

<file path=ppt/slideLayouts/_rels/slideLayout5.xml.rels><?xml version="1.0" encoding="UTF-8" standalone="yes"?>
<Relationships xmlns="http://schemas.openxmlformats.org/package/2006/relationships"><Relationship Id="rId3" Type="http://schemas.openxmlformats.org/officeDocument/2006/relationships/customXml" Target="../../customXml/item20.xml"/><Relationship Id="rId2" Type="http://schemas.openxmlformats.org/officeDocument/2006/relationships/customXml" Target="../../customXml/item26.xml"/><Relationship Id="rId1" Type="http://schemas.openxmlformats.org/officeDocument/2006/relationships/customXml" Target="../../customXml/item10.xml"/><Relationship Id="rId6" Type="http://schemas.openxmlformats.org/officeDocument/2006/relationships/image" Target="../media/image2.png"/><Relationship Id="rId5" Type="http://schemas.openxmlformats.org/officeDocument/2006/relationships/slideMaster" Target="../slideMasters/slideMaster1.xml"/><Relationship Id="rId4" Type="http://schemas.openxmlformats.org/officeDocument/2006/relationships/customXml" Target="../../customXml/item19.xml"/></Relationships>
</file>

<file path=ppt/slideLayouts/_rels/slideLayout6.xml.rels><?xml version="1.0" encoding="UTF-8" standalone="yes"?>
<Relationships xmlns="http://schemas.openxmlformats.org/package/2006/relationships"><Relationship Id="rId3" Type="http://schemas.openxmlformats.org/officeDocument/2006/relationships/customXml" Target="../../customXml/item17.xml"/><Relationship Id="rId7" Type="http://schemas.openxmlformats.org/officeDocument/2006/relationships/image" Target="../media/image2.png"/><Relationship Id="rId2" Type="http://schemas.openxmlformats.org/officeDocument/2006/relationships/customXml" Target="../../customXml/item11.xml"/><Relationship Id="rId1" Type="http://schemas.openxmlformats.org/officeDocument/2006/relationships/customXml" Target="../../customXml/item8.xml"/><Relationship Id="rId6" Type="http://schemas.openxmlformats.org/officeDocument/2006/relationships/slideMaster" Target="../slideMasters/slideMaster1.xml"/><Relationship Id="rId5" Type="http://schemas.openxmlformats.org/officeDocument/2006/relationships/customXml" Target="../../customXml/item4.xml"/><Relationship Id="rId4" Type="http://schemas.openxmlformats.org/officeDocument/2006/relationships/customXml" Target="../../customXml/item27.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custDataLst>
                <p:custData r:id="rId1"/>
              </p:custDataLst>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custDataLst>
                <p:custData r:id="rId2"/>
              </p:custDataLst>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custDataLst>
                <p:custData r:id="rId3"/>
              </p:custDataLst>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custDataLst>
                <p:custData r:id="rId4"/>
              </p:custDataLst>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custDataLst>
                <p:custData r:id="rId5"/>
              </p:custDataLst>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3" name="TextBox 2"/>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rgbClr val="737373"/>
                </a:solidFill>
                <a:latin typeface="+mj-lt"/>
              </a:rPr>
              <a:t>Microsoft Virtual Academy</a:t>
            </a:r>
          </a:p>
        </p:txBody>
      </p:sp>
    </p:spTree>
    <p:extLst>
      <p:ext uri="{BB962C8B-B14F-4D97-AF65-F5344CB8AC3E}">
        <p14:creationId xmlns:p14="http://schemas.microsoft.com/office/powerpoint/2010/main" val="28860535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custDataLst>
                <p:custData r:id="rId1"/>
              </p:custDataLst>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custDataLst>
                <p:custData r:id="rId2"/>
              </p:custDataLst>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custDataLst>
                <p:custData r:id="rId3"/>
              </p:custDataLst>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custDataLst>
                <p:custData r:id="rId4"/>
              </p:custDataLst>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7691294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custDataLst>
                <p:custData r:id="rId1"/>
              </p:custDataLst>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custDataLst>
                <p:custData r:id="rId2"/>
              </p:custDataLst>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custDataLst>
                <p:custData r:id="rId3"/>
              </p:custDataLst>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custDataLst>
                <p:custData r:id="rId4"/>
              </p:custDataLst>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custDataLst>
                <p:custData r:id="rId5"/>
              </p:custDataLst>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rgbClr val="737373"/>
                </a:solidFill>
                <a:latin typeface="+mj-lt"/>
              </a:rPr>
              <a:t>Microsoft Virtual Academy</a:t>
            </a:r>
          </a:p>
        </p:txBody>
      </p:sp>
    </p:spTree>
    <p:extLst>
      <p:ext uri="{BB962C8B-B14F-4D97-AF65-F5344CB8AC3E}">
        <p14:creationId xmlns:p14="http://schemas.microsoft.com/office/powerpoint/2010/main" val="20711386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custDataLst>
                <p:custData r:id="rId1"/>
              </p:custDataLst>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custDataLst>
                <p:custData r:id="rId2"/>
              </p:custDataLst>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custDataLst>
                <p:custData r:id="rId3"/>
              </p:custDataLst>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custDataLst>
                <p:custData r:id="rId4"/>
              </p:custDataLst>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custDataLst>
                <p:custData r:id="rId5"/>
              </p:custDataLst>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19812175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custDataLst>
                <p:custData r:id="rId1"/>
              </p:custDataLst>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custDataLst>
                <p:custData r:id="rId2"/>
              </p:custDataLst>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custDataLst>
                <p:custData r:id="rId3"/>
              </p:custDataLst>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custDataLst>
                <p:custData r:id="rId4"/>
              </p:custDataLst>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chemeClr val="bg1"/>
                </a:solidFill>
                <a:latin typeface="+mj-lt"/>
              </a:rPr>
              <a:t>Microsoft Virtual Academy</a:t>
            </a:r>
          </a:p>
        </p:txBody>
      </p:sp>
    </p:spTree>
    <p:extLst>
      <p:ext uri="{BB962C8B-B14F-4D97-AF65-F5344CB8AC3E}">
        <p14:creationId xmlns:p14="http://schemas.microsoft.com/office/powerpoint/2010/main" val="18608682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custDataLst>
                <p:custData r:id="rId1"/>
              </p:custDataLst>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custDataLst>
                <p:custData r:id="rId2"/>
              </p:custDataLst>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custDataLst>
                <p:custData r:id="rId3"/>
              </p:custDataLst>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custDataLst>
                <p:custData r:id="rId4"/>
              </p:custDataLst>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custDataLst>
                <p:custData r:id="rId5"/>
              </p:custDataLst>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27324337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2C6"/>
                </a:solidFill>
              </a:defRPr>
            </a:lvl1pPr>
          </a:lstStyle>
          <a:p>
            <a:r>
              <a:rPr lang="en-US"/>
              <a:t>Click to edit Master title style</a:t>
            </a:r>
          </a:p>
        </p:txBody>
      </p:sp>
      <p:pic>
        <p:nvPicPr>
          <p:cNvPr id="5" name="Picture 4"/>
          <p:cNvPicPr>
            <a:picLocks noChangeAspect="1"/>
          </p:cNvPicPr>
          <p:nvPr userDrawn="1"/>
        </p:nvPicPr>
        <p:blipFill>
          <a:blip r:embed="rId2"/>
          <a:stretch>
            <a:fillRect/>
          </a:stretch>
        </p:blipFill>
        <p:spPr>
          <a:xfrm>
            <a:off x="4703157" y="5897245"/>
            <a:ext cx="7197633" cy="1097280"/>
          </a:xfrm>
          <a:prstGeom prst="rect">
            <a:avLst/>
          </a:prstGeom>
        </p:spPr>
      </p:pic>
    </p:spTree>
    <p:extLst>
      <p:ext uri="{BB962C8B-B14F-4D97-AF65-F5344CB8AC3E}">
        <p14:creationId xmlns:p14="http://schemas.microsoft.com/office/powerpoint/2010/main" val="31024258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solidFill>
                  <a:srgbClr val="0078D7"/>
                </a:solidFill>
              </a:defRPr>
            </a:lvl1pPr>
          </a:lstStyle>
          <a:p>
            <a:r>
              <a:rPr lang="en-US" dirty="0"/>
              <a:t>Click to edit Master title style</a:t>
            </a:r>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0" indent="0">
              <a:spcBef>
                <a:spcPts val="600"/>
              </a:spcBef>
              <a:buFontTx/>
              <a:buNone/>
              <a:defRPr sz="2000"/>
            </a:lvl2pPr>
            <a:lvl3pPr marL="228600" indent="0">
              <a:spcBef>
                <a:spcPts val="600"/>
              </a:spcBef>
              <a:buNone/>
              <a:defRPr/>
            </a:lvl3pPr>
            <a:lvl4pPr marL="457200" indent="0">
              <a:spcBef>
                <a:spcPts val="600"/>
              </a:spcBef>
              <a:buNone/>
              <a:defRPr/>
            </a:lvl4pPr>
            <a:lvl5pPr marL="685800" indent="0">
              <a:spcBef>
                <a:spcPts val="60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7481685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228600" indent="-228600">
              <a:spcBef>
                <a:spcPts val="600"/>
              </a:spcBef>
              <a:buFont typeface="Arial" charset="0"/>
              <a:buChar char="•"/>
              <a:defRPr sz="2000"/>
            </a:lvl2pPr>
            <a:lvl3pPr marL="457200" indent="-228600">
              <a:spcBef>
                <a:spcPts val="600"/>
              </a:spcBef>
              <a:buFont typeface="Arial" charset="0"/>
              <a:buChar char="•"/>
              <a:defRPr/>
            </a:lvl3pPr>
            <a:lvl4pPr marL="685800" indent="-228600">
              <a:spcBef>
                <a:spcPts val="600"/>
              </a:spcBef>
              <a:buFont typeface="Arial" charset="0"/>
              <a:buChar char="•"/>
              <a:defRPr/>
            </a:lvl4pPr>
            <a:lvl5pPr marL="914400" indent="-228600">
              <a:spcBef>
                <a:spcPts val="600"/>
              </a:spcBef>
              <a:buFont typeface="Arial"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398522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65760" y="1280160"/>
            <a:ext cx="11704320" cy="1877437"/>
          </a:xfrm>
        </p:spPr>
        <p:txBody>
          <a:bodyPr>
            <a:spAutoFit/>
          </a:bodyPr>
          <a:lstStyle>
            <a:lvl1pPr>
              <a:spcBef>
                <a:spcPts val="600"/>
              </a:spcBef>
              <a:defRPr sz="2000"/>
            </a:lvl1pPr>
            <a:lvl2pPr>
              <a:spcBef>
                <a:spcPts val="600"/>
              </a:spcBef>
              <a:defRPr sz="2000"/>
            </a:lvl2pPr>
            <a:lvl3pPr>
              <a:spcBef>
                <a:spcPts val="600"/>
              </a:spcBef>
              <a:defRPr sz="2000"/>
            </a:lvl3pPr>
            <a:lvl4pPr>
              <a:spcBef>
                <a:spcPts val="600"/>
              </a:spcBef>
              <a:defRPr sz="2000"/>
            </a:lvl4pPr>
            <a:lvl5pPr>
              <a:spcBef>
                <a:spcPts val="600"/>
              </a:spcBef>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55319683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65759"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6853403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6576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837130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1113570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subhead">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11704320" cy="822960"/>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Tree>
    <p:extLst>
      <p:ext uri="{BB962C8B-B14F-4D97-AF65-F5344CB8AC3E}">
        <p14:creationId xmlns:p14="http://schemas.microsoft.com/office/powerpoint/2010/main" val="99396763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head with boxes">
    <p:spTree>
      <p:nvGrpSpPr>
        <p:cNvPr id="1" name=""/>
        <p:cNvGrpSpPr/>
        <p:nvPr/>
      </p:nvGrpSpPr>
      <p:grpSpPr>
        <a:xfrm>
          <a:off x="0" y="0"/>
          <a:ext cx="0" cy="0"/>
          <a:chOff x="0" y="0"/>
          <a:chExt cx="0" cy="0"/>
        </a:xfrm>
      </p:grpSpPr>
      <p:sp>
        <p:nvSpPr>
          <p:cNvPr id="12" name="Text Placeholder 4"/>
          <p:cNvSpPr>
            <a:spLocks noGrp="1" noChangeAspect="1"/>
          </p:cNvSpPr>
          <p:nvPr>
            <p:ph type="body" sz="quarter" idx="17"/>
          </p:nvPr>
        </p:nvSpPr>
        <p:spPr>
          <a:xfrm>
            <a:off x="4663440" y="2560320"/>
            <a:ext cx="2103120" cy="2103120"/>
          </a:xfrm>
          <a:solidFill>
            <a:schemeClr val="accent4"/>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13" name="Text Placeholder 4"/>
          <p:cNvSpPr>
            <a:spLocks noGrp="1" noChangeAspect="1"/>
          </p:cNvSpPr>
          <p:nvPr>
            <p:ph type="body" sz="quarter" idx="18"/>
          </p:nvPr>
        </p:nvSpPr>
        <p:spPr>
          <a:xfrm>
            <a:off x="2560320" y="2560320"/>
            <a:ext cx="2103120" cy="2103120"/>
          </a:xfrm>
          <a:solidFill>
            <a:schemeClr val="accent3"/>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14" name="Text Placeholder 4"/>
          <p:cNvSpPr>
            <a:spLocks noGrp="1" noChangeAspect="1"/>
          </p:cNvSpPr>
          <p:nvPr>
            <p:ph type="body" sz="quarter" idx="19"/>
          </p:nvPr>
        </p:nvSpPr>
        <p:spPr>
          <a:xfrm>
            <a:off x="457200" y="2560320"/>
            <a:ext cx="2103120" cy="2103120"/>
          </a:xfrm>
          <a:solidFill>
            <a:schemeClr val="accent1"/>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2" name="Title 1"/>
          <p:cNvSpPr>
            <a:spLocks noGrp="1"/>
          </p:cNvSpPr>
          <p:nvPr>
            <p:ph type="title"/>
          </p:nvPr>
        </p:nvSpPr>
        <p:spPr>
          <a:xfrm>
            <a:off x="365760" y="365760"/>
            <a:ext cx="11704320" cy="822960"/>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
        <p:nvSpPr>
          <p:cNvPr id="7" name="Text Placeholder 4"/>
          <p:cNvSpPr>
            <a:spLocks noGrp="1" noChangeAspect="1"/>
          </p:cNvSpPr>
          <p:nvPr>
            <p:ph type="body" sz="quarter" idx="20"/>
          </p:nvPr>
        </p:nvSpPr>
        <p:spPr>
          <a:xfrm>
            <a:off x="6766560" y="2560320"/>
            <a:ext cx="2103120" cy="2103120"/>
          </a:xfrm>
          <a:solidFill>
            <a:schemeClr val="accent5"/>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pic>
        <p:nvPicPr>
          <p:cNvPr id="8" name="Picture 7"/>
          <p:cNvPicPr>
            <a:picLocks noChangeAspect="1"/>
          </p:cNvPicPr>
          <p:nvPr userDrawn="1"/>
        </p:nvPicPr>
        <p:blipFill>
          <a:blip r:embed="rId2"/>
          <a:stretch>
            <a:fillRect/>
          </a:stretch>
        </p:blipFill>
        <p:spPr>
          <a:xfrm>
            <a:off x="3160803" y="5051425"/>
            <a:ext cx="8928100" cy="1943100"/>
          </a:xfrm>
          <a:prstGeom prst="rect">
            <a:avLst/>
          </a:prstGeom>
        </p:spPr>
      </p:pic>
    </p:spTree>
    <p:extLst>
      <p:ext uri="{BB962C8B-B14F-4D97-AF65-F5344CB8AC3E}">
        <p14:creationId xmlns:p14="http://schemas.microsoft.com/office/powerpoint/2010/main" val="129516634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5486400" cy="1554480"/>
          </a:xfrm>
        </p:spPr>
        <p:txBody>
          <a:bodyPr/>
          <a:lstStyle/>
          <a:p>
            <a:r>
              <a:rPr lang="en-US" dirty="0"/>
              <a:t>Click to edit Master title style</a:t>
            </a:r>
          </a:p>
        </p:txBody>
      </p:sp>
      <p:sp>
        <p:nvSpPr>
          <p:cNvPr id="4" name="Picture Placeholder 3"/>
          <p:cNvSpPr>
            <a:spLocks noGrp="1"/>
          </p:cNvSpPr>
          <p:nvPr>
            <p:ph type="pic" sz="quarter" idx="10"/>
          </p:nvPr>
        </p:nvSpPr>
        <p:spPr>
          <a:xfrm>
            <a:off x="6217920" y="0"/>
            <a:ext cx="6217920" cy="6995160"/>
          </a:xfrm>
        </p:spPr>
        <p:txBody>
          <a:bodyPr/>
          <a:lstStyle/>
          <a:p>
            <a:endParaRPr lang="en-US"/>
          </a:p>
        </p:txBody>
      </p:sp>
      <p:sp>
        <p:nvSpPr>
          <p:cNvPr id="6" name="Text Placeholder 5"/>
          <p:cNvSpPr>
            <a:spLocks noGrp="1"/>
          </p:cNvSpPr>
          <p:nvPr>
            <p:ph type="body" sz="quarter" idx="11"/>
          </p:nvPr>
        </p:nvSpPr>
        <p:spPr>
          <a:xfrm>
            <a:off x="365759" y="2103120"/>
            <a:ext cx="5486400" cy="181588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826480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Alternate">
    <p:spTree>
      <p:nvGrpSpPr>
        <p:cNvPr id="1" name=""/>
        <p:cNvGrpSpPr/>
        <p:nvPr/>
      </p:nvGrpSpPr>
      <p:grpSpPr>
        <a:xfrm>
          <a:off x="0" y="0"/>
          <a:ext cx="0" cy="0"/>
          <a:chOff x="0" y="0"/>
          <a:chExt cx="0" cy="0"/>
        </a:xfrm>
      </p:grpSpPr>
      <p:sp>
        <p:nvSpPr>
          <p:cNvPr id="2" name="Title 1"/>
          <p:cNvSpPr>
            <a:spLocks noGrp="1"/>
          </p:cNvSpPr>
          <p:nvPr>
            <p:ph type="title"/>
          </p:nvPr>
        </p:nvSpPr>
        <p:spPr>
          <a:xfrm>
            <a:off x="6583680" y="365760"/>
            <a:ext cx="5486400" cy="1554480"/>
          </a:xfrm>
        </p:spPr>
        <p:txBody>
          <a:bodyPr/>
          <a:lstStyle/>
          <a:p>
            <a:r>
              <a:rPr lang="en-US" dirty="0"/>
              <a:t>Click to edit Master title style</a:t>
            </a:r>
          </a:p>
        </p:txBody>
      </p:sp>
      <p:sp>
        <p:nvSpPr>
          <p:cNvPr id="4" name="Picture Placeholder 3"/>
          <p:cNvSpPr>
            <a:spLocks noGrp="1"/>
          </p:cNvSpPr>
          <p:nvPr>
            <p:ph type="pic" sz="quarter" idx="10"/>
          </p:nvPr>
        </p:nvSpPr>
        <p:spPr>
          <a:xfrm>
            <a:off x="0" y="0"/>
            <a:ext cx="6217920" cy="6995160"/>
          </a:xfrm>
        </p:spPr>
        <p:txBody>
          <a:bodyPr/>
          <a:lstStyle/>
          <a:p>
            <a:endParaRPr lang="en-US"/>
          </a:p>
        </p:txBody>
      </p:sp>
      <p:sp>
        <p:nvSpPr>
          <p:cNvPr id="6" name="Text Placeholder 5"/>
          <p:cNvSpPr>
            <a:spLocks noGrp="1"/>
          </p:cNvSpPr>
          <p:nvPr>
            <p:ph type="body" sz="quarter" idx="11"/>
          </p:nvPr>
        </p:nvSpPr>
        <p:spPr>
          <a:xfrm>
            <a:off x="6583680" y="2103120"/>
            <a:ext cx="5486400" cy="181588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9917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illustration A">
    <p:spTree>
      <p:nvGrpSpPr>
        <p:cNvPr id="1" name=""/>
        <p:cNvGrpSpPr/>
        <p:nvPr/>
      </p:nvGrpSpPr>
      <p:grpSpPr>
        <a:xfrm>
          <a:off x="0" y="0"/>
          <a:ext cx="0" cy="0"/>
          <a:chOff x="0" y="0"/>
          <a:chExt cx="0" cy="0"/>
        </a:xfrm>
      </p:grpSpPr>
      <p:pic>
        <p:nvPicPr>
          <p:cNvPr id="4" name="Picture 3"/>
          <p:cNvPicPr>
            <a:picLocks/>
          </p:cNvPicPr>
          <p:nvPr userDrawn="1"/>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365760" y="731520"/>
            <a:ext cx="7772400" cy="615553"/>
          </a:xfrm>
        </p:spPr>
        <p:txBody>
          <a:bodyPr>
            <a:spAutoFit/>
          </a:bodyPr>
          <a:lstStyle>
            <a:lvl1pPr>
              <a:lnSpc>
                <a:spcPct val="100000"/>
              </a:lnSpc>
              <a:defRPr sz="2800" spc="-30" baseline="0">
                <a:solidFill>
                  <a:schemeClr val="tx1">
                    <a:lumMod val="50000"/>
                  </a:schemeClr>
                </a:solidFill>
                <a:latin typeface="+mj-lt"/>
              </a:defRPr>
            </a:lvl1pPr>
          </a:lstStyle>
          <a:p>
            <a:r>
              <a:rPr lang="en-US" dirty="0"/>
              <a:t>Click to edit Master title style</a:t>
            </a:r>
          </a:p>
        </p:txBody>
      </p:sp>
      <p:pic>
        <p:nvPicPr>
          <p:cNvPr id="3" name="Picture 2"/>
          <p:cNvPicPr>
            <a:picLocks noChangeAspect="1"/>
          </p:cNvPicPr>
          <p:nvPr userDrawn="1"/>
        </p:nvPicPr>
        <p:blipFill>
          <a:blip r:embed="rId3"/>
          <a:stretch>
            <a:fillRect/>
          </a:stretch>
        </p:blipFill>
        <p:spPr>
          <a:xfrm>
            <a:off x="4493069" y="3497580"/>
            <a:ext cx="7346006" cy="3505200"/>
          </a:xfrm>
          <a:prstGeom prst="rect">
            <a:avLst/>
          </a:prstGeom>
        </p:spPr>
      </p:pic>
    </p:spTree>
    <p:extLst>
      <p:ext uri="{BB962C8B-B14F-4D97-AF65-F5344CB8AC3E}">
        <p14:creationId xmlns:p14="http://schemas.microsoft.com/office/powerpoint/2010/main" val="101756562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llustration B">
    <p:spTree>
      <p:nvGrpSpPr>
        <p:cNvPr id="1" name=""/>
        <p:cNvGrpSpPr/>
        <p:nvPr/>
      </p:nvGrpSpPr>
      <p:grpSpPr>
        <a:xfrm>
          <a:off x="0" y="0"/>
          <a:ext cx="0" cy="0"/>
          <a:chOff x="0" y="0"/>
          <a:chExt cx="0" cy="0"/>
        </a:xfrm>
      </p:grpSpPr>
      <p:pic>
        <p:nvPicPr>
          <p:cNvPr id="4" name="Picture 3"/>
          <p:cNvPicPr>
            <a:picLocks/>
          </p:cNvPicPr>
          <p:nvPr userDrawn="1"/>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4297680" y="731520"/>
            <a:ext cx="7772400" cy="615553"/>
          </a:xfrm>
        </p:spPr>
        <p:txBody>
          <a:bodyPr>
            <a:spAutoFit/>
          </a:bodyPr>
          <a:lstStyle>
            <a:lvl1pPr algn="r">
              <a:lnSpc>
                <a:spcPct val="100000"/>
              </a:lnSpc>
              <a:defRPr sz="2800" spc="-30" baseline="0">
                <a:solidFill>
                  <a:schemeClr val="tx1">
                    <a:lumMod val="50000"/>
                  </a:schemeClr>
                </a:solidFill>
                <a:latin typeface="+mj-lt"/>
              </a:defRPr>
            </a:lvl1pPr>
          </a:lstStyle>
          <a:p>
            <a:r>
              <a:rPr lang="en-US" dirty="0"/>
              <a:t>Click to edit Master title style</a:t>
            </a:r>
          </a:p>
        </p:txBody>
      </p:sp>
      <p:pic>
        <p:nvPicPr>
          <p:cNvPr id="6" name="Picture 5"/>
          <p:cNvPicPr>
            <a:picLocks noChangeAspect="1"/>
          </p:cNvPicPr>
          <p:nvPr userDrawn="1"/>
        </p:nvPicPr>
        <p:blipFill>
          <a:blip r:embed="rId3"/>
          <a:stretch>
            <a:fillRect/>
          </a:stretch>
        </p:blipFill>
        <p:spPr>
          <a:xfrm>
            <a:off x="655637" y="3268662"/>
            <a:ext cx="7463692" cy="3048000"/>
          </a:xfrm>
          <a:prstGeom prst="rect">
            <a:avLst/>
          </a:prstGeom>
        </p:spPr>
      </p:pic>
    </p:spTree>
    <p:extLst>
      <p:ext uri="{BB962C8B-B14F-4D97-AF65-F5344CB8AC3E}">
        <p14:creationId xmlns:p14="http://schemas.microsoft.com/office/powerpoint/2010/main" val="188416763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2C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5760" y="1097280"/>
            <a:ext cx="7315200" cy="1181862"/>
          </a:xfrm>
          <a:noFill/>
        </p:spPr>
        <p:txBody>
          <a:bodyPr tIns="91440" bIns="91440" anchor="t" anchorCtr="0">
            <a:spAutoFit/>
          </a:bodyPr>
          <a:lstStyle>
            <a:lvl1pPr>
              <a:defRPr sz="7200" spc="-8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407535725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00205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solidFill>
                  <a:schemeClr val="bg1"/>
                </a:soli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94064"/>
          </a:xfrm>
          <a:noFill/>
        </p:spPr>
        <p:txBody>
          <a:bodyPr lIns="182880" tIns="146304" rIns="182880" bIns="146304">
            <a:spAutoFit/>
          </a:bodyPr>
          <a:lstStyle>
            <a:lvl1pPr marL="0" indent="0">
              <a:spcBef>
                <a:spcPts val="0"/>
              </a:spcBef>
              <a:buNone/>
              <a:defRPr sz="3600" spc="0" baseline="0">
                <a:solidFill>
                  <a:schemeClr val="bg1"/>
                </a:solidFill>
                <a:latin typeface="+mj-lt"/>
              </a:defRPr>
            </a:lvl1pPr>
          </a:lstStyle>
          <a:p>
            <a:pPr lvl="0"/>
            <a:r>
              <a:rPr lang="en-US" dirty="0"/>
              <a:t>Speaker Name</a:t>
            </a:r>
          </a:p>
        </p:txBody>
      </p:sp>
    </p:spTree>
    <p:extLst>
      <p:ext uri="{BB962C8B-B14F-4D97-AF65-F5344CB8AC3E}">
        <p14:creationId xmlns:p14="http://schemas.microsoft.com/office/powerpoint/2010/main" val="24117026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tx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lang="en-US" sz="7200" b="0" kern="1200" cap="none" spc="-100" baseline="0" dirty="0">
                <a:ln w="3175">
                  <a:noFill/>
                </a:ln>
                <a:solidFill>
                  <a:schemeClr val="bg1"/>
                </a:soli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6421824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52680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rgbClr val="0072C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45078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5" name="Text Placeholder 4"/>
          <p:cNvSpPr>
            <a:spLocks noGrp="1"/>
          </p:cNvSpPr>
          <p:nvPr>
            <p:ph type="body" sz="quarter" idx="10"/>
          </p:nvPr>
        </p:nvSpPr>
        <p:spPr>
          <a:xfrm>
            <a:off x="365760" y="1371600"/>
            <a:ext cx="11704320" cy="2043636"/>
          </a:xfrm>
        </p:spPr>
        <p:txBody>
          <a:bodyPr>
            <a:spAutoFit/>
          </a:bodyPr>
          <a:lstStyle>
            <a:lvl1pPr marL="0" indent="0">
              <a:spcBef>
                <a:spcPts val="600"/>
              </a:spcBef>
              <a:buNone/>
              <a:defRPr sz="32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2286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4572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6858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9144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257738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0072C6"/>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350837" y="5554662"/>
            <a:ext cx="11704320" cy="954107"/>
          </a:xfrm>
          <a:prstGeom prst="rect">
            <a:avLst/>
          </a:prstGeom>
          <a:noFill/>
          <a:ln w="12700">
            <a:noFill/>
            <a:miter lim="800000"/>
            <a:headEnd type="none" w="sm" len="sm"/>
            <a:tailEnd type="none" w="sm" len="sm"/>
          </a:ln>
          <a:effectLst/>
        </p:spPr>
        <p:txBody>
          <a:bodyPr vert="horz" wrap="square" lIns="91440" tIns="91440" rIns="91440" bIns="91440" numCol="1" anchor="t" anchorCtr="0" compatLnSpc="1">
            <a:prstTxWarp prst="textNoShape">
              <a:avLst/>
            </a:prstTxWarp>
            <a:spAutoFit/>
          </a:bodyPr>
          <a:lstStyle/>
          <a:p>
            <a:pPr defTabSz="932290" eaLnBrk="0" hangingPunct="0"/>
            <a:r>
              <a:rPr lang="en-US" sz="1000" baseline="0" dirty="0">
                <a:solidFill>
                  <a:schemeClr val="bg1"/>
                </a:solidFill>
                <a:cs typeface="Segoe UI" pitchFamily="34" charset="0"/>
              </a:rPr>
              <a:t>© 2016 Microsoft Corporation. All rights reserved. The text in this document is available under the Creative Commons Attribution 3.0 License, additional terms may apply.  All other content contained in this document (including, without limitation, trademarks, logos, images, etc.) are not included within the Creative Commons license grant.  This document does not provide you with any legal rights to any intellectual property in any Microsoft product. You may copy and use this document for your internal, reference purposes.  </a:t>
            </a:r>
          </a:p>
          <a:p>
            <a:pPr defTabSz="932290" eaLnBrk="0" hangingPunct="0"/>
            <a:r>
              <a:rPr lang="en-US" sz="1000" baseline="0" dirty="0">
                <a:solidFill>
                  <a:schemeClr val="bg1"/>
                </a:solidFill>
                <a:cs typeface="Segoe UI" pitchFamily="34" charset="0"/>
              </a:rPr>
              <a:t>This document is provided "as-is." Information and views expressed in this document, including URL and other Internet Web site references, may change without notice. You bear the risk of using it. Some examples are for illustration only and are fictitious. No real association is intended or inferred. Microsoft makes no warranties, express or implied, with respect to the information provided here. </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0" y="3145040"/>
            <a:ext cx="3288506" cy="704445"/>
          </a:xfrm>
          <a:prstGeom prst="rect">
            <a:avLst/>
          </a:prstGeom>
        </p:spPr>
      </p:pic>
    </p:spTree>
    <p:extLst>
      <p:ext uri="{BB962C8B-B14F-4D97-AF65-F5344CB8AC3E}">
        <p14:creationId xmlns:p14="http://schemas.microsoft.com/office/powerpoint/2010/main" val="392835873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365760" y="1371600"/>
            <a:ext cx="11704320" cy="1877437"/>
          </a:xfrm>
          <a:prstGeom prst="rect">
            <a:avLst/>
          </a:prstGeom>
        </p:spPr>
        <p:txBody>
          <a:bodyPr>
            <a:spAutoFit/>
          </a:bodyPr>
          <a:lstStyle>
            <a:lvl1pPr marL="2286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572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858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9144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1430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63640"/>
            <a:ext cx="12436476" cy="731520"/>
          </a:xfrm>
          <a:prstGeom prst="rect">
            <a:avLst/>
          </a:prstGeom>
          <a:solidFill>
            <a:srgbClr val="FFFF99"/>
          </a:solidFill>
        </p:spPr>
        <p:txBody>
          <a:bodyPr wrap="square" lIns="365760" tIns="91440" rIns="365760" bIns="91440" anchor="ctr" anchorCtr="0">
            <a:noAutofit/>
          </a:bodyPr>
          <a:lstStyle>
            <a:lvl1pPr algn="r">
              <a:buFont typeface="Arial" pitchFamily="34" charset="0"/>
              <a:buNone/>
              <a:defRPr sz="32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3530996961"/>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11.xml"/><Relationship Id="rId21" Type="http://schemas.openxmlformats.org/officeDocument/2006/relationships/slideLayout" Target="../slideLayouts/slideLayout21.xml"/><Relationship Id="rId34" Type="http://schemas.openxmlformats.org/officeDocument/2006/relationships/tags" Target="../tags/tag6.xml"/><Relationship Id="rId42" Type="http://schemas.openxmlformats.org/officeDocument/2006/relationships/tags" Target="../tags/tag14.xml"/><Relationship Id="rId47" Type="http://schemas.openxmlformats.org/officeDocument/2006/relationships/tags" Target="../tags/tag19.xml"/><Relationship Id="rId50" Type="http://schemas.openxmlformats.org/officeDocument/2006/relationships/tags" Target="../tags/tag22.xml"/><Relationship Id="rId55" Type="http://schemas.openxmlformats.org/officeDocument/2006/relationships/tags" Target="../tags/tag27.xml"/><Relationship Id="rId63" Type="http://schemas.openxmlformats.org/officeDocument/2006/relationships/tags" Target="../tags/tag3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4.xml"/><Relationship Id="rId37" Type="http://schemas.openxmlformats.org/officeDocument/2006/relationships/tags" Target="../tags/tag9.xml"/><Relationship Id="rId40" Type="http://schemas.openxmlformats.org/officeDocument/2006/relationships/tags" Target="../tags/tag12.xml"/><Relationship Id="rId45" Type="http://schemas.openxmlformats.org/officeDocument/2006/relationships/tags" Target="../tags/tag17.xml"/><Relationship Id="rId53" Type="http://schemas.openxmlformats.org/officeDocument/2006/relationships/tags" Target="../tags/tag25.xml"/><Relationship Id="rId58" Type="http://schemas.openxmlformats.org/officeDocument/2006/relationships/tags" Target="../tags/tag30.xml"/><Relationship Id="rId66" Type="http://schemas.openxmlformats.org/officeDocument/2006/relationships/tags" Target="../tags/tag3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36" Type="http://schemas.openxmlformats.org/officeDocument/2006/relationships/tags" Target="../tags/tag8.xml"/><Relationship Id="rId49" Type="http://schemas.openxmlformats.org/officeDocument/2006/relationships/tags" Target="../tags/tag21.xml"/><Relationship Id="rId57" Type="http://schemas.openxmlformats.org/officeDocument/2006/relationships/tags" Target="../tags/tag29.xml"/><Relationship Id="rId61" Type="http://schemas.openxmlformats.org/officeDocument/2006/relationships/tags" Target="../tags/tag3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3.xml"/><Relationship Id="rId44" Type="http://schemas.openxmlformats.org/officeDocument/2006/relationships/tags" Target="../tags/tag16.xml"/><Relationship Id="rId52" Type="http://schemas.openxmlformats.org/officeDocument/2006/relationships/tags" Target="../tags/tag24.xml"/><Relationship Id="rId60" Type="http://schemas.openxmlformats.org/officeDocument/2006/relationships/tags" Target="../tags/tag32.xml"/><Relationship Id="rId65" Type="http://schemas.openxmlformats.org/officeDocument/2006/relationships/tags" Target="../tags/tag3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2.xml"/><Relationship Id="rId35" Type="http://schemas.openxmlformats.org/officeDocument/2006/relationships/tags" Target="../tags/tag7.xml"/><Relationship Id="rId43" Type="http://schemas.openxmlformats.org/officeDocument/2006/relationships/tags" Target="../tags/tag15.xml"/><Relationship Id="rId48" Type="http://schemas.openxmlformats.org/officeDocument/2006/relationships/tags" Target="../tags/tag20.xml"/><Relationship Id="rId56" Type="http://schemas.openxmlformats.org/officeDocument/2006/relationships/tags" Target="../tags/tag28.xml"/><Relationship Id="rId64" Type="http://schemas.openxmlformats.org/officeDocument/2006/relationships/tags" Target="../tags/tag36.xml"/><Relationship Id="rId8" Type="http://schemas.openxmlformats.org/officeDocument/2006/relationships/slideLayout" Target="../slideLayouts/slideLayout8.xml"/><Relationship Id="rId51" Type="http://schemas.openxmlformats.org/officeDocument/2006/relationships/tags" Target="../tags/tag23.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5.xml"/><Relationship Id="rId38" Type="http://schemas.openxmlformats.org/officeDocument/2006/relationships/tags" Target="../tags/tag10.xml"/><Relationship Id="rId46" Type="http://schemas.openxmlformats.org/officeDocument/2006/relationships/tags" Target="../tags/tag18.xml"/><Relationship Id="rId59" Type="http://schemas.openxmlformats.org/officeDocument/2006/relationships/tags" Target="../tags/tag31.xml"/><Relationship Id="rId67" Type="http://schemas.openxmlformats.org/officeDocument/2006/relationships/tags" Target="../tags/tag39.xml"/><Relationship Id="rId20" Type="http://schemas.openxmlformats.org/officeDocument/2006/relationships/slideLayout" Target="../slideLayouts/slideLayout20.xml"/><Relationship Id="rId41" Type="http://schemas.openxmlformats.org/officeDocument/2006/relationships/tags" Target="../tags/tag13.xml"/><Relationship Id="rId54" Type="http://schemas.openxmlformats.org/officeDocument/2006/relationships/tags" Target="../tags/tag26.xml"/><Relationship Id="rId62" Type="http://schemas.openxmlformats.org/officeDocument/2006/relationships/tags" Target="../tags/tag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760" y="365760"/>
            <a:ext cx="11704320" cy="914400"/>
          </a:xfrm>
          <a:prstGeom prst="rect">
            <a:avLst/>
          </a:prstGeom>
        </p:spPr>
        <p:txBody>
          <a:bodyPr vert="horz" wrap="square" lIns="91440" tIns="91440" rIns="91440" bIns="91440" rtlCol="0" anchor="t">
            <a:noAutofit/>
          </a:bodyPr>
          <a:lstStyle/>
          <a:p>
            <a:r>
              <a:rPr lang="en-US" dirty="0"/>
              <a:t>Click to edit Master title style</a:t>
            </a:r>
          </a:p>
        </p:txBody>
      </p:sp>
      <p:sp>
        <p:nvSpPr>
          <p:cNvPr id="4" name="Text Placeholder 3"/>
          <p:cNvSpPr>
            <a:spLocks noGrp="1"/>
          </p:cNvSpPr>
          <p:nvPr>
            <p:ph type="body" idx="1"/>
          </p:nvPr>
        </p:nvSpPr>
        <p:spPr>
          <a:xfrm>
            <a:off x="365760" y="1280160"/>
            <a:ext cx="11704320" cy="1828800"/>
          </a:xfrm>
          <a:prstGeom prst="rect">
            <a:avLst/>
          </a:prstGeom>
        </p:spPr>
        <p:txBody>
          <a:bodyPr vert="horz" wrap="square" lIns="91440" tIns="91440" rIns="91440" bIns="9144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5" name="Rectangle 44"/>
          <p:cNvSpPr/>
          <p:nvPr userDrawn="1">
            <p:custDataLst>
              <p:tags r:id="rId29"/>
            </p:custDataLst>
          </p:nvPr>
        </p:nvSpPr>
        <p:spPr bwMode="auto">
          <a:xfrm>
            <a:off x="-1681401" y="743"/>
            <a:ext cx="548640" cy="548640"/>
          </a:xfrm>
          <a:prstGeom prst="rect">
            <a:avLst/>
          </a:prstGeom>
          <a:solidFill>
            <a:srgbClr val="4668C5"/>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70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104</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197</a:t>
            </a:r>
          </a:p>
        </p:txBody>
      </p:sp>
      <p:sp>
        <p:nvSpPr>
          <p:cNvPr id="46" name="Rectangle 45"/>
          <p:cNvSpPr/>
          <p:nvPr userDrawn="1">
            <p:custDataLst>
              <p:tags r:id="rId30"/>
            </p:custDataLst>
          </p:nvPr>
        </p:nvSpPr>
        <p:spPr bwMode="auto">
          <a:xfrm>
            <a:off x="-1133721" y="743"/>
            <a:ext cx="548640" cy="548640"/>
          </a:xfrm>
          <a:prstGeom prst="rect">
            <a:avLst/>
          </a:prstGeom>
          <a:solidFill>
            <a:srgbClr val="00188F"/>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24</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143</a:t>
            </a:r>
          </a:p>
        </p:txBody>
      </p:sp>
      <p:sp>
        <p:nvSpPr>
          <p:cNvPr id="47" name="Rectangle 46"/>
          <p:cNvSpPr/>
          <p:nvPr userDrawn="1">
            <p:custDataLst>
              <p:tags r:id="rId31"/>
            </p:custDataLst>
          </p:nvPr>
        </p:nvSpPr>
        <p:spPr bwMode="auto">
          <a:xfrm>
            <a:off x="-576884" y="743"/>
            <a:ext cx="548640" cy="548640"/>
          </a:xfrm>
          <a:prstGeom prst="rect">
            <a:avLst/>
          </a:prstGeom>
          <a:solidFill>
            <a:srgbClr val="002050"/>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32</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80</a:t>
            </a:r>
          </a:p>
          <a:p>
            <a:pPr marL="0" marR="0" lvl="0" indent="0" defTabSz="698560" eaLnBrk="1" fontAlgn="base" latinLnBrk="0" hangingPunct="1">
              <a:lnSpc>
                <a:spcPct val="90000"/>
              </a:lnSpc>
              <a:spcBef>
                <a:spcPct val="0"/>
              </a:spcBef>
              <a:spcAft>
                <a:spcPct val="0"/>
              </a:spcAft>
              <a:buClrTx/>
              <a:buSzTx/>
              <a:buFontTx/>
              <a:buNone/>
              <a:tabLst/>
              <a:defRPr/>
            </a:pPr>
            <a:endPar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8" name="Rectangle 47"/>
          <p:cNvSpPr/>
          <p:nvPr userDrawn="1">
            <p:custDataLst>
              <p:tags r:id="rId32"/>
            </p:custDataLst>
          </p:nvPr>
        </p:nvSpPr>
        <p:spPr bwMode="auto">
          <a:xfrm>
            <a:off x="-1681291" y="1103972"/>
            <a:ext cx="548640" cy="548640"/>
          </a:xfrm>
          <a:prstGeom prst="rect">
            <a:avLst/>
          </a:prstGeom>
          <a:solidFill>
            <a:srgbClr val="00D8CC"/>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216</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204</a:t>
            </a:r>
          </a:p>
        </p:txBody>
      </p:sp>
      <p:sp>
        <p:nvSpPr>
          <p:cNvPr id="49" name="Rectangle 48"/>
          <p:cNvSpPr/>
          <p:nvPr userDrawn="1">
            <p:custDataLst>
              <p:tags r:id="rId33"/>
            </p:custDataLst>
          </p:nvPr>
        </p:nvSpPr>
        <p:spPr bwMode="auto">
          <a:xfrm>
            <a:off x="-1133841" y="1103972"/>
            <a:ext cx="548640" cy="548640"/>
          </a:xfrm>
          <a:prstGeom prst="rect">
            <a:avLst/>
          </a:prstGeom>
          <a:solidFill>
            <a:srgbClr val="00B294"/>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178</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148</a:t>
            </a:r>
          </a:p>
        </p:txBody>
      </p:sp>
      <p:sp>
        <p:nvSpPr>
          <p:cNvPr id="50" name="Rectangle 49"/>
          <p:cNvSpPr/>
          <p:nvPr userDrawn="1">
            <p:custDataLst>
              <p:tags r:id="rId34"/>
            </p:custDataLst>
          </p:nvPr>
        </p:nvSpPr>
        <p:spPr bwMode="auto">
          <a:xfrm>
            <a:off x="-576867" y="1103972"/>
            <a:ext cx="548640" cy="548640"/>
          </a:xfrm>
          <a:prstGeom prst="rect">
            <a:avLst/>
          </a:prstGeom>
          <a:solidFill>
            <a:srgbClr val="008272"/>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130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114</a:t>
            </a:r>
          </a:p>
        </p:txBody>
      </p:sp>
      <p:sp>
        <p:nvSpPr>
          <p:cNvPr id="51" name="Rectangle 50"/>
          <p:cNvSpPr/>
          <p:nvPr userDrawn="1">
            <p:custDataLst>
              <p:tags r:id="rId35"/>
            </p:custDataLst>
          </p:nvPr>
        </p:nvSpPr>
        <p:spPr bwMode="auto">
          <a:xfrm>
            <a:off x="-1671156" y="2214110"/>
            <a:ext cx="558441" cy="548640"/>
          </a:xfrm>
          <a:prstGeom prst="rect">
            <a:avLst/>
          </a:prstGeom>
          <a:solidFill>
            <a:srgbClr val="BAD80A"/>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186</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216</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10</a:t>
            </a:r>
          </a:p>
        </p:txBody>
      </p:sp>
      <p:sp>
        <p:nvSpPr>
          <p:cNvPr id="52" name="Rectangle 51"/>
          <p:cNvSpPr/>
          <p:nvPr userDrawn="1">
            <p:custDataLst>
              <p:tags r:id="rId36"/>
            </p:custDataLst>
          </p:nvPr>
        </p:nvSpPr>
        <p:spPr bwMode="auto">
          <a:xfrm>
            <a:off x="-1122239" y="2214110"/>
            <a:ext cx="554181" cy="548640"/>
          </a:xfrm>
          <a:prstGeom prst="rect">
            <a:avLst/>
          </a:prstGeom>
          <a:solidFill>
            <a:srgbClr val="7FBA00"/>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127</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186</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0</a:t>
            </a:r>
          </a:p>
        </p:txBody>
      </p:sp>
      <p:sp>
        <p:nvSpPr>
          <p:cNvPr id="53" name="Rectangle 52"/>
          <p:cNvSpPr/>
          <p:nvPr userDrawn="1">
            <p:custDataLst>
              <p:tags r:id="rId37"/>
            </p:custDataLst>
          </p:nvPr>
        </p:nvSpPr>
        <p:spPr bwMode="auto">
          <a:xfrm>
            <a:off x="-566730" y="2214110"/>
            <a:ext cx="548640" cy="548640"/>
          </a:xfrm>
          <a:prstGeom prst="rect">
            <a:avLst/>
          </a:prstGeom>
          <a:solidFill>
            <a:srgbClr val="008A00"/>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138</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0</a:t>
            </a:r>
          </a:p>
        </p:txBody>
      </p:sp>
      <p:sp>
        <p:nvSpPr>
          <p:cNvPr id="54" name="Rectangle 53"/>
          <p:cNvSpPr/>
          <p:nvPr userDrawn="1">
            <p:custDataLst>
              <p:tags r:id="rId38"/>
            </p:custDataLst>
          </p:nvPr>
        </p:nvSpPr>
        <p:spPr bwMode="auto">
          <a:xfrm>
            <a:off x="-1692162" y="3309985"/>
            <a:ext cx="567965" cy="548640"/>
          </a:xfrm>
          <a:prstGeom prst="rect">
            <a:avLst/>
          </a:prstGeom>
          <a:solidFill>
            <a:srgbClr val="FFB900"/>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255</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185</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0</a:t>
            </a:r>
          </a:p>
        </p:txBody>
      </p:sp>
      <p:sp>
        <p:nvSpPr>
          <p:cNvPr id="55" name="Rectangle 54"/>
          <p:cNvSpPr/>
          <p:nvPr userDrawn="1">
            <p:custDataLst>
              <p:tags r:id="rId39"/>
            </p:custDataLst>
          </p:nvPr>
        </p:nvSpPr>
        <p:spPr bwMode="auto">
          <a:xfrm>
            <a:off x="-1135187" y="3309985"/>
            <a:ext cx="558414" cy="548640"/>
          </a:xfrm>
          <a:prstGeom prst="rect">
            <a:avLst/>
          </a:prstGeom>
          <a:solidFill>
            <a:srgbClr val="FF8C00"/>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255</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140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0</a:t>
            </a:r>
          </a:p>
        </p:txBody>
      </p:sp>
      <p:sp>
        <p:nvSpPr>
          <p:cNvPr id="56" name="Rectangle 55"/>
          <p:cNvSpPr/>
          <p:nvPr userDrawn="1">
            <p:custDataLst>
              <p:tags r:id="rId40"/>
            </p:custDataLst>
          </p:nvPr>
        </p:nvSpPr>
        <p:spPr bwMode="auto">
          <a:xfrm>
            <a:off x="-578211" y="3309985"/>
            <a:ext cx="548640" cy="548640"/>
          </a:xfrm>
          <a:prstGeom prst="rect">
            <a:avLst/>
          </a:prstGeom>
          <a:solidFill>
            <a:srgbClr val="DC3C00"/>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220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60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0</a:t>
            </a:r>
          </a:p>
        </p:txBody>
      </p:sp>
      <p:sp>
        <p:nvSpPr>
          <p:cNvPr id="57" name="Rectangle 56"/>
          <p:cNvSpPr/>
          <p:nvPr userDrawn="1">
            <p:custDataLst>
              <p:tags r:id="rId41"/>
            </p:custDataLst>
          </p:nvPr>
        </p:nvSpPr>
        <p:spPr bwMode="auto">
          <a:xfrm>
            <a:off x="-1683905" y="4403050"/>
            <a:ext cx="561903" cy="548640"/>
          </a:xfrm>
          <a:prstGeom prst="rect">
            <a:avLst/>
          </a:prstGeom>
          <a:solidFill>
            <a:srgbClr val="F472D0"/>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244</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114</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208</a:t>
            </a:r>
          </a:p>
        </p:txBody>
      </p:sp>
      <p:sp>
        <p:nvSpPr>
          <p:cNvPr id="58" name="Rectangle 57"/>
          <p:cNvSpPr/>
          <p:nvPr userDrawn="1">
            <p:custDataLst>
              <p:tags r:id="rId42"/>
            </p:custDataLst>
          </p:nvPr>
        </p:nvSpPr>
        <p:spPr bwMode="auto">
          <a:xfrm>
            <a:off x="-1130214" y="4403050"/>
            <a:ext cx="548640" cy="548640"/>
          </a:xfrm>
          <a:prstGeom prst="rect">
            <a:avLst/>
          </a:prstGeom>
          <a:solidFill>
            <a:srgbClr val="EC008C"/>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236</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140</a:t>
            </a:r>
          </a:p>
        </p:txBody>
      </p:sp>
      <p:sp>
        <p:nvSpPr>
          <p:cNvPr id="59" name="Rectangle 58"/>
          <p:cNvSpPr/>
          <p:nvPr userDrawn="1">
            <p:custDataLst>
              <p:tags r:id="rId43"/>
            </p:custDataLst>
          </p:nvPr>
        </p:nvSpPr>
        <p:spPr bwMode="auto">
          <a:xfrm>
            <a:off x="-581452" y="4403050"/>
            <a:ext cx="548640" cy="548640"/>
          </a:xfrm>
          <a:prstGeom prst="rect">
            <a:avLst/>
          </a:prstGeom>
          <a:solidFill>
            <a:srgbClr val="B4009E"/>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180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158</a:t>
            </a:r>
          </a:p>
        </p:txBody>
      </p:sp>
      <p:sp>
        <p:nvSpPr>
          <p:cNvPr id="60" name="Rectangle 59"/>
          <p:cNvSpPr/>
          <p:nvPr userDrawn="1">
            <p:custDataLst>
              <p:tags r:id="rId44"/>
            </p:custDataLst>
          </p:nvPr>
        </p:nvSpPr>
        <p:spPr bwMode="auto">
          <a:xfrm>
            <a:off x="-1681291" y="556310"/>
            <a:ext cx="548640" cy="548640"/>
          </a:xfrm>
          <a:prstGeom prst="rect">
            <a:avLst/>
          </a:prstGeom>
          <a:solidFill>
            <a:srgbClr val="6DC2E9"/>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109</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194</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233</a:t>
            </a:r>
          </a:p>
        </p:txBody>
      </p:sp>
      <p:sp>
        <p:nvSpPr>
          <p:cNvPr id="61" name="Rectangle 60"/>
          <p:cNvSpPr/>
          <p:nvPr userDrawn="1">
            <p:custDataLst>
              <p:tags r:id="rId45"/>
            </p:custDataLst>
          </p:nvPr>
        </p:nvSpPr>
        <p:spPr bwMode="auto">
          <a:xfrm>
            <a:off x="-1133840" y="556302"/>
            <a:ext cx="557069" cy="548640"/>
          </a:xfrm>
          <a:prstGeom prst="rect">
            <a:avLst/>
          </a:prstGeom>
          <a:solidFill>
            <a:srgbClr val="00BCF2"/>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188</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242</a:t>
            </a:r>
          </a:p>
        </p:txBody>
      </p:sp>
      <p:sp>
        <p:nvSpPr>
          <p:cNvPr id="62" name="Rectangle 61"/>
          <p:cNvSpPr/>
          <p:nvPr userDrawn="1">
            <p:custDataLst>
              <p:tags r:id="rId46"/>
            </p:custDataLst>
          </p:nvPr>
        </p:nvSpPr>
        <p:spPr bwMode="auto">
          <a:xfrm>
            <a:off x="-576884" y="556310"/>
            <a:ext cx="548640" cy="548640"/>
          </a:xfrm>
          <a:prstGeom prst="rect">
            <a:avLst/>
          </a:prstGeom>
          <a:solidFill>
            <a:srgbClr val="0072C6"/>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114</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198</a:t>
            </a:r>
          </a:p>
        </p:txBody>
      </p:sp>
      <p:sp>
        <p:nvSpPr>
          <p:cNvPr id="63" name="Rectangle 62"/>
          <p:cNvSpPr/>
          <p:nvPr userDrawn="1">
            <p:custDataLst>
              <p:tags r:id="rId47"/>
            </p:custDataLst>
          </p:nvPr>
        </p:nvSpPr>
        <p:spPr bwMode="auto">
          <a:xfrm>
            <a:off x="-1681539" y="1659530"/>
            <a:ext cx="548640" cy="548640"/>
          </a:xfrm>
          <a:prstGeom prst="rect">
            <a:avLst/>
          </a:prstGeom>
          <a:solidFill>
            <a:srgbClr val="55D455"/>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85</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212</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85</a:t>
            </a:r>
          </a:p>
        </p:txBody>
      </p:sp>
      <p:sp>
        <p:nvSpPr>
          <p:cNvPr id="64" name="Rectangle 63"/>
          <p:cNvSpPr/>
          <p:nvPr userDrawn="1">
            <p:custDataLst>
              <p:tags r:id="rId48"/>
            </p:custDataLst>
          </p:nvPr>
        </p:nvSpPr>
        <p:spPr bwMode="auto">
          <a:xfrm>
            <a:off x="-1132925" y="1659530"/>
            <a:ext cx="548640" cy="548640"/>
          </a:xfrm>
          <a:prstGeom prst="rect">
            <a:avLst/>
          </a:prstGeom>
          <a:solidFill>
            <a:srgbClr val="009E49"/>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158</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73</a:t>
            </a:r>
          </a:p>
        </p:txBody>
      </p:sp>
      <p:sp>
        <p:nvSpPr>
          <p:cNvPr id="65" name="Rectangle 64"/>
          <p:cNvSpPr/>
          <p:nvPr userDrawn="1">
            <p:custDataLst>
              <p:tags r:id="rId49"/>
            </p:custDataLst>
          </p:nvPr>
        </p:nvSpPr>
        <p:spPr bwMode="auto">
          <a:xfrm>
            <a:off x="-576884" y="1659530"/>
            <a:ext cx="548640" cy="548640"/>
          </a:xfrm>
          <a:prstGeom prst="rect">
            <a:avLst/>
          </a:prstGeom>
          <a:solidFill>
            <a:srgbClr val="007233"/>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114</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51</a:t>
            </a:r>
          </a:p>
        </p:txBody>
      </p:sp>
      <p:sp>
        <p:nvSpPr>
          <p:cNvPr id="66" name="Rectangle 65"/>
          <p:cNvSpPr/>
          <p:nvPr userDrawn="1">
            <p:custDataLst>
              <p:tags r:id="rId50"/>
            </p:custDataLst>
          </p:nvPr>
        </p:nvSpPr>
        <p:spPr bwMode="auto">
          <a:xfrm>
            <a:off x="-1686837" y="2762750"/>
            <a:ext cx="545775" cy="548640"/>
          </a:xfrm>
          <a:prstGeom prst="rect">
            <a:avLst/>
          </a:prstGeom>
          <a:solidFill>
            <a:srgbClr val="FFFC9E"/>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255</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252</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158</a:t>
            </a:r>
          </a:p>
        </p:txBody>
      </p:sp>
      <p:sp>
        <p:nvSpPr>
          <p:cNvPr id="67" name="Rectangle 66"/>
          <p:cNvSpPr/>
          <p:nvPr userDrawn="1">
            <p:custDataLst>
              <p:tags r:id="rId51"/>
            </p:custDataLst>
          </p:nvPr>
        </p:nvSpPr>
        <p:spPr bwMode="auto">
          <a:xfrm>
            <a:off x="-1133483" y="2762750"/>
            <a:ext cx="549210" cy="548640"/>
          </a:xfrm>
          <a:prstGeom prst="rect">
            <a:avLst/>
          </a:prstGeom>
          <a:solidFill>
            <a:srgbClr val="FFF100"/>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255</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241</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0</a:t>
            </a:r>
          </a:p>
        </p:txBody>
      </p:sp>
      <p:sp>
        <p:nvSpPr>
          <p:cNvPr id="68" name="Rectangle 67"/>
          <p:cNvSpPr/>
          <p:nvPr userDrawn="1">
            <p:custDataLst>
              <p:tags r:id="rId52"/>
            </p:custDataLst>
          </p:nvPr>
        </p:nvSpPr>
        <p:spPr bwMode="auto">
          <a:xfrm>
            <a:off x="-585201" y="2762750"/>
            <a:ext cx="558182" cy="548640"/>
          </a:xfrm>
          <a:prstGeom prst="rect">
            <a:avLst/>
          </a:prstGeom>
          <a:solidFill>
            <a:srgbClr val="FCD116"/>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252</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209</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22</a:t>
            </a:r>
          </a:p>
          <a:p>
            <a:pPr marL="0" marR="0" lvl="0" indent="0" defTabSz="698560" eaLnBrk="1" fontAlgn="base" latinLnBrk="0" hangingPunct="1">
              <a:lnSpc>
                <a:spcPct val="90000"/>
              </a:lnSpc>
              <a:spcBef>
                <a:spcPct val="0"/>
              </a:spcBef>
              <a:spcAft>
                <a:spcPct val="0"/>
              </a:spcAft>
              <a:buClrTx/>
              <a:buSzTx/>
              <a:buFontTx/>
              <a:buNone/>
              <a:tabLst/>
              <a:defRPr/>
            </a:pPr>
            <a:endPar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endParaRPr>
          </a:p>
        </p:txBody>
      </p:sp>
      <p:sp>
        <p:nvSpPr>
          <p:cNvPr id="69" name="Rectangle 68"/>
          <p:cNvSpPr/>
          <p:nvPr userDrawn="1">
            <p:custDataLst>
              <p:tags r:id="rId53"/>
            </p:custDataLst>
          </p:nvPr>
        </p:nvSpPr>
        <p:spPr bwMode="auto">
          <a:xfrm>
            <a:off x="-1692163" y="3857220"/>
            <a:ext cx="558680" cy="548640"/>
          </a:xfrm>
          <a:prstGeom prst="rect">
            <a:avLst/>
          </a:prstGeom>
          <a:solidFill>
            <a:srgbClr val="DD5900"/>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221</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89</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0</a:t>
            </a:r>
          </a:p>
        </p:txBody>
      </p:sp>
      <p:sp>
        <p:nvSpPr>
          <p:cNvPr id="70" name="Rectangle 69"/>
          <p:cNvSpPr/>
          <p:nvPr userDrawn="1">
            <p:custDataLst>
              <p:tags r:id="rId54"/>
            </p:custDataLst>
          </p:nvPr>
        </p:nvSpPr>
        <p:spPr bwMode="auto">
          <a:xfrm>
            <a:off x="-1136129" y="3857220"/>
            <a:ext cx="576145" cy="548640"/>
          </a:xfrm>
          <a:prstGeom prst="rect">
            <a:avLst/>
          </a:prstGeom>
          <a:solidFill>
            <a:srgbClr val="E81123"/>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232</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17</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35</a:t>
            </a:r>
          </a:p>
        </p:txBody>
      </p:sp>
      <p:sp>
        <p:nvSpPr>
          <p:cNvPr id="71" name="Rectangle 70"/>
          <p:cNvSpPr/>
          <p:nvPr userDrawn="1">
            <p:custDataLst>
              <p:tags r:id="rId55"/>
            </p:custDataLst>
          </p:nvPr>
        </p:nvSpPr>
        <p:spPr bwMode="auto">
          <a:xfrm>
            <a:off x="-579309" y="3857220"/>
            <a:ext cx="546497" cy="548640"/>
          </a:xfrm>
          <a:prstGeom prst="rect">
            <a:avLst/>
          </a:prstGeom>
          <a:solidFill>
            <a:srgbClr val="BA141A"/>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186</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20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26</a:t>
            </a:r>
          </a:p>
        </p:txBody>
      </p:sp>
      <p:sp>
        <p:nvSpPr>
          <p:cNvPr id="72" name="Rectangle 71"/>
          <p:cNvSpPr/>
          <p:nvPr userDrawn="1">
            <p:custDataLst>
              <p:tags r:id="rId56"/>
            </p:custDataLst>
          </p:nvPr>
        </p:nvSpPr>
        <p:spPr bwMode="auto">
          <a:xfrm>
            <a:off x="-1683907" y="4957630"/>
            <a:ext cx="561904" cy="548640"/>
          </a:xfrm>
          <a:prstGeom prst="rect">
            <a:avLst/>
          </a:prstGeom>
          <a:solidFill>
            <a:srgbClr val="9B4F96"/>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155</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79</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150</a:t>
            </a:r>
          </a:p>
        </p:txBody>
      </p:sp>
      <p:sp>
        <p:nvSpPr>
          <p:cNvPr id="73" name="Rectangle 72"/>
          <p:cNvSpPr/>
          <p:nvPr userDrawn="1">
            <p:custDataLst>
              <p:tags r:id="rId57"/>
            </p:custDataLst>
          </p:nvPr>
        </p:nvSpPr>
        <p:spPr bwMode="auto">
          <a:xfrm>
            <a:off x="-1129734" y="4957630"/>
            <a:ext cx="548640" cy="548640"/>
          </a:xfrm>
          <a:prstGeom prst="rect">
            <a:avLst/>
          </a:prstGeom>
          <a:solidFill>
            <a:srgbClr val="68217A"/>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104</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33</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122</a:t>
            </a:r>
          </a:p>
        </p:txBody>
      </p:sp>
      <p:sp>
        <p:nvSpPr>
          <p:cNvPr id="74" name="Rectangle 73"/>
          <p:cNvSpPr/>
          <p:nvPr userDrawn="1">
            <p:custDataLst>
              <p:tags r:id="rId58"/>
            </p:custDataLst>
          </p:nvPr>
        </p:nvSpPr>
        <p:spPr bwMode="auto">
          <a:xfrm>
            <a:off x="-581455" y="4957630"/>
            <a:ext cx="548889" cy="548640"/>
          </a:xfrm>
          <a:prstGeom prst="rect">
            <a:avLst/>
          </a:prstGeom>
          <a:solidFill>
            <a:srgbClr val="442359"/>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68</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35</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rPr>
              <a:t>89</a:t>
            </a:r>
          </a:p>
        </p:txBody>
      </p:sp>
      <p:sp>
        <p:nvSpPr>
          <p:cNvPr id="75" name="Rectangle 74"/>
          <p:cNvSpPr/>
          <p:nvPr userDrawn="1">
            <p:custDataLst>
              <p:tags r:id="rId59"/>
            </p:custDataLst>
          </p:nvPr>
        </p:nvSpPr>
        <p:spPr bwMode="auto">
          <a:xfrm>
            <a:off x="-1129642" y="5504243"/>
            <a:ext cx="548640" cy="548640"/>
          </a:xfrm>
          <a:prstGeom prst="rect">
            <a:avLst/>
          </a:prstGeom>
          <a:solidFill>
            <a:srgbClr val="D2D2D2"/>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210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210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210</a:t>
            </a:r>
          </a:p>
        </p:txBody>
      </p:sp>
      <p:sp>
        <p:nvSpPr>
          <p:cNvPr id="76" name="Rectangle 75"/>
          <p:cNvSpPr/>
          <p:nvPr userDrawn="1">
            <p:custDataLst>
              <p:tags r:id="rId60"/>
            </p:custDataLst>
          </p:nvPr>
        </p:nvSpPr>
        <p:spPr bwMode="auto">
          <a:xfrm>
            <a:off x="-581361" y="5504243"/>
            <a:ext cx="548889" cy="548640"/>
          </a:xfrm>
          <a:prstGeom prst="rect">
            <a:avLst/>
          </a:prstGeom>
          <a:solidFill>
            <a:srgbClr val="969696"/>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150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150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150</a:t>
            </a:r>
          </a:p>
        </p:txBody>
      </p:sp>
      <p:sp>
        <p:nvSpPr>
          <p:cNvPr id="77" name="Rectangle 76"/>
          <p:cNvSpPr/>
          <p:nvPr userDrawn="1">
            <p:custDataLst>
              <p:tags r:id="rId61"/>
            </p:custDataLst>
          </p:nvPr>
        </p:nvSpPr>
        <p:spPr bwMode="auto">
          <a:xfrm>
            <a:off x="-1141894" y="6052899"/>
            <a:ext cx="560892" cy="548640"/>
          </a:xfrm>
          <a:prstGeom prst="rect">
            <a:avLst/>
          </a:prstGeom>
          <a:solidFill>
            <a:srgbClr val="505050"/>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80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80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80</a:t>
            </a:r>
          </a:p>
        </p:txBody>
      </p:sp>
      <p:sp>
        <p:nvSpPr>
          <p:cNvPr id="78" name="Rectangle 77"/>
          <p:cNvSpPr/>
          <p:nvPr userDrawn="1">
            <p:custDataLst>
              <p:tags r:id="rId62"/>
            </p:custDataLst>
          </p:nvPr>
        </p:nvSpPr>
        <p:spPr bwMode="auto">
          <a:xfrm>
            <a:off x="-1683906" y="6051325"/>
            <a:ext cx="547972" cy="548640"/>
          </a:xfrm>
          <a:prstGeom prst="rect">
            <a:avLst/>
          </a:prstGeom>
          <a:solidFill>
            <a:srgbClr val="737373"/>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115</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115</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115</a:t>
            </a:r>
          </a:p>
        </p:txBody>
      </p:sp>
      <p:sp>
        <p:nvSpPr>
          <p:cNvPr id="79" name="Rectangle 78"/>
          <p:cNvSpPr/>
          <p:nvPr userDrawn="1">
            <p:custDataLst>
              <p:tags r:id="rId63"/>
            </p:custDataLst>
          </p:nvPr>
        </p:nvSpPr>
        <p:spPr bwMode="auto">
          <a:xfrm>
            <a:off x="-585202" y="6052885"/>
            <a:ext cx="559864" cy="548655"/>
          </a:xfrm>
          <a:prstGeom prst="rect">
            <a:avLst/>
          </a:prstGeom>
          <a:solidFill>
            <a:srgbClr val="000000"/>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0</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0</a:t>
            </a:r>
          </a:p>
        </p:txBody>
      </p:sp>
      <p:sp>
        <p:nvSpPr>
          <p:cNvPr id="80" name="Rectangle 79"/>
          <p:cNvSpPr/>
          <p:nvPr userDrawn="1">
            <p:custDataLst>
              <p:tags r:id="rId64"/>
            </p:custDataLst>
          </p:nvPr>
        </p:nvSpPr>
        <p:spPr bwMode="auto">
          <a:xfrm>
            <a:off x="-1683906" y="5504235"/>
            <a:ext cx="548640" cy="548640"/>
          </a:xfrm>
          <a:prstGeom prst="rect">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255</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255</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255</a:t>
            </a:r>
          </a:p>
        </p:txBody>
      </p:sp>
      <p:sp>
        <p:nvSpPr>
          <p:cNvPr id="81" name="Rectangle 80"/>
          <p:cNvSpPr/>
          <p:nvPr userDrawn="1">
            <p:custDataLst>
              <p:tags r:id="rId65"/>
            </p:custDataLst>
          </p:nvPr>
        </p:nvSpPr>
        <p:spPr bwMode="auto">
          <a:xfrm>
            <a:off x="-1144617" y="6766560"/>
            <a:ext cx="547174" cy="548640"/>
          </a:xfrm>
          <a:prstGeom prst="rect">
            <a:avLst/>
          </a:prstGeom>
          <a:solidFill>
            <a:srgbClr val="333333"/>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51</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51</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51</a:t>
            </a:r>
          </a:p>
        </p:txBody>
      </p:sp>
      <p:sp>
        <p:nvSpPr>
          <p:cNvPr id="82" name="Rectangle 81"/>
          <p:cNvSpPr/>
          <p:nvPr userDrawn="1">
            <p:custDataLst>
              <p:tags r:id="rId66"/>
            </p:custDataLst>
          </p:nvPr>
        </p:nvSpPr>
        <p:spPr bwMode="auto">
          <a:xfrm>
            <a:off x="-1695387" y="6766560"/>
            <a:ext cx="540618" cy="548640"/>
          </a:xfrm>
          <a:prstGeom prst="rect">
            <a:avLst/>
          </a:prstGeom>
          <a:solidFill>
            <a:srgbClr val="EEEEEE"/>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238</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238</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prstClr val="black"/>
                </a:solidFill>
                <a:effectLst/>
                <a:uLnTx/>
                <a:uFillTx/>
                <a:latin typeface="Segoe UI"/>
                <a:ea typeface="Segoe UI" pitchFamily="34" charset="0"/>
                <a:cs typeface="Segoe UI" pitchFamily="34" charset="0"/>
              </a:rPr>
              <a:t>238</a:t>
            </a:r>
          </a:p>
        </p:txBody>
      </p:sp>
      <p:sp>
        <p:nvSpPr>
          <p:cNvPr id="83" name="Rectangle 82"/>
          <p:cNvSpPr/>
          <p:nvPr userDrawn="1">
            <p:custDataLst>
              <p:tags r:id="rId67"/>
            </p:custDataLst>
          </p:nvPr>
        </p:nvSpPr>
        <p:spPr bwMode="auto">
          <a:xfrm>
            <a:off x="-587549" y="6766547"/>
            <a:ext cx="546250" cy="548655"/>
          </a:xfrm>
          <a:prstGeom prst="rect">
            <a:avLst/>
          </a:prstGeom>
          <a:solidFill>
            <a:srgbClr val="1570A6"/>
          </a:solidFill>
          <a:ln w="9525" cap="flat" cmpd="sng" algn="ctr">
            <a:noFill/>
            <a:prstDash val="solid"/>
            <a:headEnd type="none" w="med" len="med"/>
            <a:tailEnd type="none" w="med" len="med"/>
          </a:ln>
          <a:effectLst/>
        </p:spPr>
        <p:txBody>
          <a:bodyPr rot="0" spcFirstLastPara="0" vertOverflow="overflow" horzOverflow="overflow" vert="horz" wrap="square" lIns="137020" tIns="109616" rIns="137020" bIns="109616" numCol="1" spcCol="0" rtlCol="0" fromWordArt="0" anchor="t" anchorCtr="0" forceAA="0" compatLnSpc="1">
            <a:prstTxWarp prst="textNoShape">
              <a:avLst/>
            </a:prstTxWarp>
            <a:noAutofit/>
          </a:bodyPr>
          <a:lstStyle/>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21</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112</a:t>
            </a:r>
          </a:p>
          <a:p>
            <a:pPr marL="0" marR="0" lvl="0" indent="0" defTabSz="698560" eaLnBrk="1" fontAlgn="base" latinLnBrk="0" hangingPunct="1">
              <a:lnSpc>
                <a:spcPct val="90000"/>
              </a:lnSpc>
              <a:spcBef>
                <a:spcPct val="0"/>
              </a:spcBef>
              <a:spcAft>
                <a:spcPct val="0"/>
              </a:spcAft>
              <a:buClrTx/>
              <a:buSzTx/>
              <a:buFontTx/>
              <a:buNone/>
              <a:tabLst/>
              <a:defRPr/>
            </a:pPr>
            <a:r>
              <a:rPr kumimoji="0" lang="en-US" sz="899"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166</a:t>
            </a:r>
          </a:p>
        </p:txBody>
      </p:sp>
    </p:spTree>
    <p:extLst>
      <p:ext uri="{BB962C8B-B14F-4D97-AF65-F5344CB8AC3E}">
        <p14:creationId xmlns:p14="http://schemas.microsoft.com/office/powerpoint/2010/main" val="1790270825"/>
      </p:ext>
    </p:extLst>
  </p:cSld>
  <p:clrMap bg1="lt1" tx1="dk1" bg2="lt2" tx2="dk2" accent1="accent1" accent2="accent2" accent3="accent3" accent4="accent4" accent5="accent5" accent6="accent6" hlink="hlink" folHlink="folHlink"/>
  <p:sldLayoutIdLst>
    <p:sldLayoutId id="2147484167" r:id="rId1"/>
    <p:sldLayoutId id="2147484207" r:id="rId2"/>
    <p:sldLayoutId id="2147484203" r:id="rId3"/>
    <p:sldLayoutId id="2147484208" r:id="rId4"/>
    <p:sldLayoutId id="2147484204" r:id="rId5"/>
    <p:sldLayoutId id="2147484209" r:id="rId6"/>
    <p:sldLayoutId id="2147484197" r:id="rId7"/>
    <p:sldLayoutId id="2147484087" r:id="rId8"/>
    <p:sldLayoutId id="2147484098" r:id="rId9"/>
    <p:sldLayoutId id="2147484086" r:id="rId10"/>
    <p:sldLayoutId id="2147484099" r:id="rId11"/>
    <p:sldLayoutId id="2147484106" r:id="rId12"/>
    <p:sldLayoutId id="2147484092" r:id="rId13"/>
    <p:sldLayoutId id="2147484196" r:id="rId14"/>
    <p:sldLayoutId id="2147484201" r:id="rId15"/>
    <p:sldLayoutId id="2147484198" r:id="rId16"/>
    <p:sldLayoutId id="2147484202" r:id="rId17"/>
    <p:sldLayoutId id="2147484199" r:id="rId18"/>
    <p:sldLayoutId id="2147484200" r:id="rId19"/>
    <p:sldLayoutId id="2147484130" r:id="rId20"/>
    <p:sldLayoutId id="2147484205" r:id="rId21"/>
    <p:sldLayoutId id="2147484206" r:id="rId22"/>
    <p:sldLayoutId id="2147484093" r:id="rId23"/>
    <p:sldLayoutId id="2147484127" r:id="rId24"/>
    <p:sldLayoutId id="2147484094" r:id="rId25"/>
    <p:sldLayoutId id="2147484195" r:id="rId26"/>
    <p:sldLayoutId id="2147484096" r:id="rId27"/>
  </p:sldLayoutIdLst>
  <p:transition>
    <p:fade/>
  </p:transition>
  <p:txStyles>
    <p:titleStyle>
      <a:lvl1pPr algn="l" defTabSz="932742" rtl="0" eaLnBrk="1" latinLnBrk="0" hangingPunct="1">
        <a:lnSpc>
          <a:spcPct val="90000"/>
        </a:lnSpc>
        <a:spcBef>
          <a:spcPct val="0"/>
        </a:spcBef>
        <a:buNone/>
        <a:defRPr lang="en-US" sz="4800" b="0" kern="1200" cap="none" spc="-70" baseline="0" dirty="0" smtClean="0">
          <a:ln w="3175">
            <a:noFill/>
          </a:ln>
          <a:solidFill>
            <a:srgbClr val="0072C6"/>
          </a:soli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198437" y="2278062"/>
            <a:ext cx="8229600" cy="1097280"/>
          </a:xfrm>
          <a:noFill/>
        </p:spPr>
        <p:txBody>
          <a:bodyPr lIns="91440" tIns="91440" rIns="91440" bIns="91440" anchor="t" anchorCtr="0"/>
          <a:lstStyle>
            <a:lvl1pPr>
              <a:defRPr sz="6000" spc="-80" baseline="0">
                <a:solidFill>
                  <a:srgbClr val="0072C6"/>
                </a:solidFill>
              </a:defRPr>
            </a:lvl1pPr>
          </a:lstStyle>
          <a:p>
            <a:r>
              <a:rPr lang="en-US" sz="5400" dirty="0">
                <a:solidFill>
                  <a:schemeClr val="bg1"/>
                </a:solidFill>
              </a:rPr>
              <a:t>Visual Studio 2017 Features</a:t>
            </a:r>
          </a:p>
        </p:txBody>
      </p:sp>
    </p:spTree>
    <p:extLst>
      <p:ext uri="{BB962C8B-B14F-4D97-AF65-F5344CB8AC3E}">
        <p14:creationId xmlns:p14="http://schemas.microsoft.com/office/powerpoint/2010/main" val="36452928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4"/>
          <p:cNvSpPr>
            <a:spLocks noGrp="1"/>
          </p:cNvSpPr>
          <p:nvPr>
            <p:ph type="body" sz="quarter" idx="12"/>
          </p:nvPr>
        </p:nvSpPr>
        <p:spPr>
          <a:xfrm>
            <a:off x="274638" y="3268662"/>
            <a:ext cx="8458199"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solidFill>
                  <a:schemeClr val="bg1"/>
                </a:solidFill>
              </a:rPr>
              <a:t>Rahul Sahay</a:t>
            </a:r>
          </a:p>
          <a:p>
            <a:pPr lvl="0"/>
            <a:r>
              <a:rPr lang="en-US">
                <a:solidFill>
                  <a:schemeClr val="bg1"/>
                </a:solidFill>
              </a:rPr>
              <a:t>Technical Fellow</a:t>
            </a:r>
            <a:endParaRPr lang="en-US" dirty="0">
              <a:solidFill>
                <a:schemeClr val="bg1"/>
              </a:solidFill>
            </a:endParaRPr>
          </a:p>
        </p:txBody>
      </p:sp>
      <p:sp>
        <p:nvSpPr>
          <p:cNvPr id="9" name="Title 1"/>
          <p:cNvSpPr>
            <a:spLocks noGrp="1"/>
          </p:cNvSpPr>
          <p:nvPr>
            <p:ph type="title"/>
          </p:nvPr>
        </p:nvSpPr>
        <p:spPr>
          <a:xfrm>
            <a:off x="388937" y="662623"/>
            <a:ext cx="8229600" cy="1097280"/>
          </a:xfrm>
          <a:noFill/>
        </p:spPr>
        <p:txBody>
          <a:bodyPr lIns="91440" tIns="91440" rIns="91440" bIns="91440" anchor="t" anchorCtr="0"/>
          <a:lstStyle>
            <a:lvl1pPr>
              <a:defRPr sz="6000" spc="-80" baseline="0">
                <a:solidFill>
                  <a:srgbClr val="0072C6"/>
                </a:solidFill>
              </a:defRPr>
            </a:lvl1pPr>
          </a:lstStyle>
          <a:p>
            <a:r>
              <a:rPr lang="en-US" dirty="0">
                <a:solidFill>
                  <a:schemeClr val="bg1"/>
                </a:solidFill>
              </a:rPr>
              <a:t>What's new for developers in Visual Studio 2017</a:t>
            </a:r>
          </a:p>
        </p:txBody>
      </p:sp>
    </p:spTree>
    <p:extLst>
      <p:ext uri="{BB962C8B-B14F-4D97-AF65-F5344CB8AC3E}">
        <p14:creationId xmlns:p14="http://schemas.microsoft.com/office/powerpoint/2010/main" val="18423091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715698" y="1208683"/>
            <a:ext cx="3461278" cy="2595958"/>
          </a:xfrm>
          <a:prstGeom prst="ellipse">
            <a:avLst/>
          </a:prstGeom>
          <a:ln w="38100">
            <a:solidFill>
              <a:schemeClr val="tx1"/>
            </a:solidFill>
          </a:ln>
        </p:spPr>
      </p:pic>
      <p:sp>
        <p:nvSpPr>
          <p:cNvPr id="6" name="Title 1"/>
          <p:cNvSpPr txBox="1">
            <a:spLocks/>
          </p:cNvSpPr>
          <p:nvPr/>
        </p:nvSpPr>
        <p:spPr>
          <a:xfrm>
            <a:off x="4770437" y="601662"/>
            <a:ext cx="6858000" cy="777240"/>
          </a:xfrm>
          <a:prstGeom prst="rect">
            <a:avLst/>
          </a:prstGeom>
        </p:spPr>
        <p:txBody>
          <a:bodyPr/>
          <a:lstStyle>
            <a:lvl1pPr algn="l" defTabSz="932742" rtl="0" eaLnBrk="1" latinLnBrk="0" hangingPunct="1">
              <a:lnSpc>
                <a:spcPct val="90000"/>
              </a:lnSpc>
              <a:spcBef>
                <a:spcPct val="0"/>
              </a:spcBef>
              <a:buNone/>
              <a:defRPr lang="en-US" sz="4800" b="0" kern="1200" cap="none" spc="-70" baseline="0" dirty="0" smtClean="0">
                <a:ln w="3175">
                  <a:noFill/>
                </a:ln>
                <a:solidFill>
                  <a:srgbClr val="0072C6"/>
                </a:solidFill>
                <a:effectLst/>
                <a:latin typeface="+mj-lt"/>
                <a:ea typeface="+mn-ea"/>
                <a:cs typeface="Segoe UI" pitchFamily="34" charset="0"/>
              </a:defRPr>
            </a:lvl1pPr>
          </a:lstStyle>
          <a:p>
            <a:r>
              <a:rPr lang="en-US" sz="6000" dirty="0">
                <a:solidFill>
                  <a:schemeClr val="tx1"/>
                </a:solidFill>
              </a:rPr>
              <a:t>Rahul Sahay</a:t>
            </a:r>
          </a:p>
        </p:txBody>
      </p:sp>
      <p:sp>
        <p:nvSpPr>
          <p:cNvPr id="8" name="Text Placeholder 3"/>
          <p:cNvSpPr txBox="1">
            <a:spLocks/>
          </p:cNvSpPr>
          <p:nvPr/>
        </p:nvSpPr>
        <p:spPr>
          <a:xfrm>
            <a:off x="4694238" y="1744662"/>
            <a:ext cx="7467600" cy="3984942"/>
          </a:xfrm>
          <a:prstGeom prst="rect">
            <a:avLst/>
          </a:prstGeom>
        </p:spPr>
        <p:txBody>
          <a:bodyPr/>
          <a:lstStyle>
            <a:lvl1pPr marL="2286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1200"/>
              </a:spcBef>
            </a:pPr>
            <a:r>
              <a:rPr lang="en-US" dirty="0">
                <a:solidFill>
                  <a:schemeClr val="tx1"/>
                </a:solidFill>
              </a:rPr>
              <a:t>Technical Fellow</a:t>
            </a:r>
          </a:p>
          <a:p>
            <a:pPr>
              <a:spcBef>
                <a:spcPts val="1200"/>
              </a:spcBef>
            </a:pPr>
            <a:r>
              <a:rPr lang="en-US" dirty="0">
                <a:solidFill>
                  <a:schemeClr val="tx1"/>
                </a:solidFill>
              </a:rPr>
              <a:t>I write blogs at </a:t>
            </a:r>
            <a:r>
              <a:rPr lang="en-US" b="1" dirty="0">
                <a:solidFill>
                  <a:schemeClr val="tx1"/>
                </a:solidFill>
              </a:rPr>
              <a:t>http://myview.rahulnivi.net</a:t>
            </a:r>
          </a:p>
          <a:p>
            <a:pPr>
              <a:spcBef>
                <a:spcPts val="1200"/>
              </a:spcBef>
            </a:pPr>
            <a:r>
              <a:rPr lang="en-US" dirty="0">
                <a:solidFill>
                  <a:schemeClr val="tx1"/>
                </a:solidFill>
              </a:rPr>
              <a:t>Source Code </a:t>
            </a:r>
            <a:r>
              <a:rPr lang="en-US" b="1" dirty="0">
                <a:solidFill>
                  <a:schemeClr val="tx1"/>
                </a:solidFill>
              </a:rPr>
              <a:t>https://github.com/rahulsahay19</a:t>
            </a:r>
          </a:p>
          <a:p>
            <a:pPr>
              <a:spcBef>
                <a:spcPts val="1200"/>
              </a:spcBef>
            </a:pPr>
            <a:r>
              <a:rPr lang="en-US" dirty="0">
                <a:solidFill>
                  <a:schemeClr val="tx1"/>
                </a:solidFill>
              </a:rPr>
              <a:t>AMA </a:t>
            </a:r>
            <a:r>
              <a:rPr lang="en-US" b="1" dirty="0">
                <a:solidFill>
                  <a:schemeClr val="tx1"/>
                </a:solidFill>
              </a:rPr>
              <a:t>https://github.com/rahulsahay19/AMA</a:t>
            </a:r>
          </a:p>
          <a:p>
            <a:pPr>
              <a:spcBef>
                <a:spcPts val="1200"/>
              </a:spcBef>
            </a:pPr>
            <a:endParaRPr lang="en-US" dirty="0">
              <a:solidFill>
                <a:schemeClr val="tx1"/>
              </a:solidFill>
            </a:endParaRPr>
          </a:p>
        </p:txBody>
      </p:sp>
      <p:sp>
        <p:nvSpPr>
          <p:cNvPr id="9" name="Title 1"/>
          <p:cNvSpPr txBox="1">
            <a:spLocks/>
          </p:cNvSpPr>
          <p:nvPr/>
        </p:nvSpPr>
        <p:spPr>
          <a:xfrm>
            <a:off x="655637" y="4934901"/>
            <a:ext cx="3581400" cy="777240"/>
          </a:xfrm>
          <a:prstGeom prst="rect">
            <a:avLst/>
          </a:prstGeom>
        </p:spPr>
        <p:txBody>
          <a:bodyPr/>
          <a:lstStyle>
            <a:lvl1pPr algn="l" defTabSz="932742" rtl="0" eaLnBrk="1" latinLnBrk="0" hangingPunct="1">
              <a:lnSpc>
                <a:spcPct val="90000"/>
              </a:lnSpc>
              <a:spcBef>
                <a:spcPct val="0"/>
              </a:spcBef>
              <a:buNone/>
              <a:defRPr lang="en-US" sz="4800" b="0" kern="1200" cap="none" spc="-70" baseline="0" dirty="0" smtClean="0">
                <a:ln w="3175">
                  <a:noFill/>
                </a:ln>
                <a:solidFill>
                  <a:srgbClr val="0072C6"/>
                </a:solidFill>
                <a:effectLst/>
                <a:latin typeface="+mj-lt"/>
                <a:ea typeface="+mn-ea"/>
                <a:cs typeface="Segoe UI" pitchFamily="34" charset="0"/>
              </a:defRPr>
            </a:lvl1pPr>
          </a:lstStyle>
          <a:p>
            <a:pPr algn="ctr"/>
            <a:r>
              <a:rPr lang="en-US" sz="3600" dirty="0">
                <a:solidFill>
                  <a:schemeClr val="tx1"/>
                </a:solidFill>
              </a:rPr>
              <a:t>@rahulsahay19</a:t>
            </a:r>
          </a:p>
        </p:txBody>
      </p:sp>
    </p:spTree>
    <p:extLst>
      <p:ext uri="{BB962C8B-B14F-4D97-AF65-F5344CB8AC3E}">
        <p14:creationId xmlns:p14="http://schemas.microsoft.com/office/powerpoint/2010/main" val="73144355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 -</a:t>
            </a:r>
          </a:p>
        </p:txBody>
      </p:sp>
      <p:sp>
        <p:nvSpPr>
          <p:cNvPr id="3" name="Rectangle 2"/>
          <p:cNvSpPr/>
          <p:nvPr/>
        </p:nvSpPr>
        <p:spPr bwMode="auto">
          <a:xfrm>
            <a:off x="457200" y="1463040"/>
            <a:ext cx="731520" cy="731520"/>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1</a:t>
            </a:r>
          </a:p>
        </p:txBody>
      </p:sp>
      <p:sp>
        <p:nvSpPr>
          <p:cNvPr id="6" name="Rectangle 5"/>
          <p:cNvSpPr/>
          <p:nvPr/>
        </p:nvSpPr>
        <p:spPr bwMode="auto">
          <a:xfrm>
            <a:off x="457200" y="2240280"/>
            <a:ext cx="731520" cy="731520"/>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2</a:t>
            </a:r>
          </a:p>
        </p:txBody>
      </p:sp>
      <p:sp>
        <p:nvSpPr>
          <p:cNvPr id="7" name="Rectangle 6"/>
          <p:cNvSpPr/>
          <p:nvPr/>
        </p:nvSpPr>
        <p:spPr bwMode="auto">
          <a:xfrm>
            <a:off x="457200" y="3017520"/>
            <a:ext cx="731520" cy="731520"/>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3</a:t>
            </a:r>
          </a:p>
        </p:txBody>
      </p:sp>
      <p:sp>
        <p:nvSpPr>
          <p:cNvPr id="8" name="Rectangle 7"/>
          <p:cNvSpPr/>
          <p:nvPr/>
        </p:nvSpPr>
        <p:spPr bwMode="auto">
          <a:xfrm>
            <a:off x="457200" y="3794760"/>
            <a:ext cx="731520" cy="731520"/>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4</a:t>
            </a:r>
          </a:p>
        </p:txBody>
      </p:sp>
      <p:sp>
        <p:nvSpPr>
          <p:cNvPr id="15" name="Rectangle 14"/>
          <p:cNvSpPr/>
          <p:nvPr/>
        </p:nvSpPr>
        <p:spPr bwMode="auto">
          <a:xfrm>
            <a:off x="6309360" y="1463040"/>
            <a:ext cx="731520" cy="731520"/>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5</a:t>
            </a:r>
          </a:p>
        </p:txBody>
      </p:sp>
      <p:sp>
        <p:nvSpPr>
          <p:cNvPr id="16" name="Rectangle 15"/>
          <p:cNvSpPr/>
          <p:nvPr/>
        </p:nvSpPr>
        <p:spPr bwMode="auto">
          <a:xfrm>
            <a:off x="6309360" y="2240280"/>
            <a:ext cx="731520" cy="731520"/>
          </a:xfrm>
          <a:prstGeom prst="rect">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6</a:t>
            </a:r>
          </a:p>
        </p:txBody>
      </p:sp>
      <p:sp>
        <p:nvSpPr>
          <p:cNvPr id="20" name="Rectangle 19"/>
          <p:cNvSpPr/>
          <p:nvPr/>
        </p:nvSpPr>
        <p:spPr bwMode="auto">
          <a:xfrm>
            <a:off x="1188720" y="1463040"/>
            <a:ext cx="4937760" cy="7315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274320" bIns="91440"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2000" dirty="0">
                <a:solidFill>
                  <a:schemeClr val="tx1"/>
                </a:solidFill>
                <a:latin typeface="+mj-lt"/>
                <a:ea typeface="Segoe UI" pitchFamily="34" charset="0"/>
                <a:cs typeface="Segoe UI" pitchFamily="34" charset="0"/>
              </a:rPr>
              <a:t>Web Tools</a:t>
            </a:r>
          </a:p>
        </p:txBody>
      </p:sp>
      <p:sp>
        <p:nvSpPr>
          <p:cNvPr id="21" name="Rectangle 20"/>
          <p:cNvSpPr/>
          <p:nvPr/>
        </p:nvSpPr>
        <p:spPr bwMode="auto">
          <a:xfrm>
            <a:off x="1188720" y="2240280"/>
            <a:ext cx="4937760" cy="7315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274320" bIns="91440" numCol="1" spcCol="0" rtlCol="0" fromWordArt="0" anchor="ctr" anchorCtr="0" forceAA="0" compatLnSpc="1">
            <a:prstTxWarp prst="textNoShape">
              <a:avLst/>
            </a:prstTxWarp>
            <a:noAutofit/>
          </a:bodyPr>
          <a:lstStyle/>
          <a:p>
            <a:pPr lvl="0" defTabSz="932472" fontAlgn="base">
              <a:lnSpc>
                <a:spcPct val="90000"/>
              </a:lnSpc>
              <a:spcBef>
                <a:spcPct val="0"/>
              </a:spcBef>
              <a:spcAft>
                <a:spcPct val="0"/>
              </a:spcAft>
            </a:pPr>
            <a:r>
              <a:rPr lang="en-US" sz="2000" dirty="0">
                <a:solidFill>
                  <a:srgbClr val="505050"/>
                </a:solidFill>
                <a:latin typeface="Segoe UI Light"/>
                <a:ea typeface="Segoe UI" pitchFamily="34" charset="0"/>
                <a:cs typeface="Segoe UI" pitchFamily="34" charset="0"/>
              </a:rPr>
              <a:t>Extensions</a:t>
            </a:r>
          </a:p>
        </p:txBody>
      </p:sp>
      <p:sp>
        <p:nvSpPr>
          <p:cNvPr id="22" name="Rectangle 21"/>
          <p:cNvSpPr/>
          <p:nvPr/>
        </p:nvSpPr>
        <p:spPr bwMode="auto">
          <a:xfrm>
            <a:off x="1188720" y="3017520"/>
            <a:ext cx="4937760" cy="7315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274320" bIns="91440" numCol="1" spcCol="0" rtlCol="0" fromWordArt="0" anchor="ctr" anchorCtr="0" forceAA="0" compatLnSpc="1">
            <a:prstTxWarp prst="textNoShape">
              <a:avLst/>
            </a:prstTxWarp>
            <a:noAutofit/>
          </a:bodyPr>
          <a:lstStyle/>
          <a:p>
            <a:pPr lvl="0" defTabSz="932472" fontAlgn="base">
              <a:lnSpc>
                <a:spcPct val="90000"/>
              </a:lnSpc>
              <a:spcBef>
                <a:spcPct val="0"/>
              </a:spcBef>
              <a:spcAft>
                <a:spcPct val="0"/>
              </a:spcAft>
            </a:pPr>
            <a:r>
              <a:rPr lang="en-US" sz="2000" dirty="0">
                <a:solidFill>
                  <a:srgbClr val="505050"/>
                </a:solidFill>
                <a:latin typeface="Segoe UI Light"/>
                <a:ea typeface="Segoe UI" pitchFamily="34" charset="0"/>
                <a:cs typeface="Segoe UI" pitchFamily="34" charset="0"/>
              </a:rPr>
              <a:t>Unit Tests</a:t>
            </a:r>
          </a:p>
        </p:txBody>
      </p:sp>
      <p:sp>
        <p:nvSpPr>
          <p:cNvPr id="23" name="Rectangle 22"/>
          <p:cNvSpPr/>
          <p:nvPr/>
        </p:nvSpPr>
        <p:spPr bwMode="auto">
          <a:xfrm>
            <a:off x="1188720" y="3794760"/>
            <a:ext cx="4937760" cy="7315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274320" bIns="91440" numCol="1" spcCol="0" rtlCol="0" fromWordArt="0" anchor="ctr" anchorCtr="0" forceAA="0" compatLnSpc="1">
            <a:prstTxWarp prst="textNoShape">
              <a:avLst/>
            </a:prstTxWarp>
            <a:noAutofit/>
          </a:bodyPr>
          <a:lstStyle/>
          <a:p>
            <a:pPr lvl="0" defTabSz="932472" fontAlgn="base">
              <a:lnSpc>
                <a:spcPct val="90000"/>
              </a:lnSpc>
              <a:spcBef>
                <a:spcPct val="0"/>
              </a:spcBef>
              <a:spcAft>
                <a:spcPct val="0"/>
              </a:spcAft>
            </a:pPr>
            <a:r>
              <a:rPr lang="en-US" sz="2000" dirty="0">
                <a:solidFill>
                  <a:srgbClr val="505050"/>
                </a:solidFill>
                <a:latin typeface="Segoe UI Light"/>
                <a:ea typeface="Segoe UI" pitchFamily="34" charset="0"/>
                <a:cs typeface="Segoe UI" pitchFamily="34" charset="0"/>
              </a:rPr>
              <a:t>Debug Tools</a:t>
            </a:r>
          </a:p>
        </p:txBody>
      </p:sp>
      <p:sp>
        <p:nvSpPr>
          <p:cNvPr id="25" name="Rectangle 24"/>
          <p:cNvSpPr/>
          <p:nvPr/>
        </p:nvSpPr>
        <p:spPr bwMode="auto">
          <a:xfrm>
            <a:off x="7040880" y="1463040"/>
            <a:ext cx="4937760" cy="7315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274320" bIns="91440"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2000" dirty="0">
                <a:solidFill>
                  <a:schemeClr val="tx1"/>
                </a:solidFill>
                <a:latin typeface="+mj-lt"/>
                <a:ea typeface="Segoe UI" pitchFamily="34" charset="0"/>
                <a:cs typeface="Segoe UI" pitchFamily="34" charset="0"/>
              </a:rPr>
              <a:t>Code Editor</a:t>
            </a:r>
          </a:p>
        </p:txBody>
      </p:sp>
      <p:sp>
        <p:nvSpPr>
          <p:cNvPr id="26" name="Rectangle 25"/>
          <p:cNvSpPr/>
          <p:nvPr/>
        </p:nvSpPr>
        <p:spPr bwMode="auto">
          <a:xfrm>
            <a:off x="7040880" y="2240280"/>
            <a:ext cx="4937760" cy="7315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274320" bIns="91440" numCol="1" spcCol="0" rtlCol="0" fromWordArt="0" anchor="ctr" anchorCtr="0" forceAA="0" compatLnSpc="1">
            <a:prstTxWarp prst="textNoShape">
              <a:avLst/>
            </a:prstTxWarp>
            <a:noAutofit/>
          </a:bodyPr>
          <a:lstStyle/>
          <a:p>
            <a:pPr lvl="0" defTabSz="932472" fontAlgn="base">
              <a:lnSpc>
                <a:spcPct val="90000"/>
              </a:lnSpc>
              <a:spcBef>
                <a:spcPct val="0"/>
              </a:spcBef>
              <a:spcAft>
                <a:spcPct val="0"/>
              </a:spcAft>
            </a:pPr>
            <a:r>
              <a:rPr lang="en-US" sz="2000" dirty="0">
                <a:solidFill>
                  <a:srgbClr val="505050"/>
                </a:solidFill>
                <a:latin typeface="Segoe UI Light"/>
                <a:ea typeface="Segoe UI" pitchFamily="34" charset="0"/>
                <a:cs typeface="Segoe UI" pitchFamily="34" charset="0"/>
              </a:rPr>
              <a:t>Refactoring</a:t>
            </a:r>
          </a:p>
        </p:txBody>
      </p:sp>
    </p:spTree>
    <p:extLst>
      <p:ext uri="{BB962C8B-B14F-4D97-AF65-F5344CB8AC3E}">
        <p14:creationId xmlns:p14="http://schemas.microsoft.com/office/powerpoint/2010/main" val="27432536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4"/>
          <p:cNvSpPr>
            <a:spLocks noGrp="1"/>
          </p:cNvSpPr>
          <p:nvPr>
            <p:ph type="body" sz="quarter" idx="12"/>
          </p:nvPr>
        </p:nvSpPr>
        <p:spPr>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a:t>Rahul Sahay</a:t>
            </a:r>
            <a:endParaRPr lang="en-US" dirty="0"/>
          </a:p>
        </p:txBody>
      </p:sp>
      <p:sp>
        <p:nvSpPr>
          <p:cNvPr id="17" name="Title 1"/>
          <p:cNvSpPr>
            <a:spLocks noGrp="1"/>
          </p:cNvSpPr>
          <p:nvPr>
            <p:ph type="title"/>
          </p:nvPr>
        </p:nvSpPr>
        <p:spPr>
          <a:noFill/>
        </p:spPr>
        <p:txBody>
          <a:bodyPr lIns="91440" tIns="91440" rIns="91440" bIns="91440" anchor="t" anchorCtr="0"/>
          <a:lstStyle>
            <a:lvl1pPr>
              <a:defRPr sz="6000" spc="-80" baseline="0">
                <a:solidFill>
                  <a:srgbClr val="0072C6"/>
                </a:solidFill>
              </a:defRPr>
            </a:lvl1pPr>
          </a:lstStyle>
          <a:p>
            <a:r>
              <a:rPr lang="en-US" dirty="0"/>
              <a:t>Web Tools</a:t>
            </a:r>
          </a:p>
        </p:txBody>
      </p:sp>
    </p:spTree>
    <p:extLst>
      <p:ext uri="{BB962C8B-B14F-4D97-AF65-F5344CB8AC3E}">
        <p14:creationId xmlns:p14="http://schemas.microsoft.com/office/powerpoint/2010/main" val="160310339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Chrome Debugging</a:t>
            </a:r>
          </a:p>
        </p:txBody>
      </p:sp>
      <p:sp>
        <p:nvSpPr>
          <p:cNvPr id="3" name="Picture Placeholder 2"/>
          <p:cNvSpPr>
            <a:spLocks noGrp="1"/>
          </p:cNvSpPr>
          <p:nvPr>
            <p:ph type="pic" sz="quarter" idx="10"/>
          </p:nvPr>
        </p:nvSpPr>
        <p:spPr>
          <a:xfrm>
            <a:off x="0" y="0"/>
            <a:ext cx="6217920" cy="6995160"/>
          </a:xfrm>
          <a:solidFill>
            <a:srgbClr val="0072C6"/>
          </a:solidFill>
        </p:spPr>
      </p:sp>
      <p:sp>
        <p:nvSpPr>
          <p:cNvPr id="4" name="Text Placeholder 3"/>
          <p:cNvSpPr>
            <a:spLocks noGrp="1"/>
          </p:cNvSpPr>
          <p:nvPr>
            <p:ph type="body" sz="quarter" idx="11"/>
          </p:nvPr>
        </p:nvSpPr>
        <p:spPr>
          <a:xfrm>
            <a:off x="6583680" y="2103120"/>
            <a:ext cx="5486400" cy="892552"/>
          </a:xfrm>
        </p:spPr>
        <p:txBody>
          <a:bodyPr/>
          <a:lstStyle/>
          <a:p>
            <a:pPr lvl="0">
              <a:spcBef>
                <a:spcPts val="1200"/>
              </a:spcBef>
            </a:pPr>
            <a:r>
              <a:rPr lang="en-US" dirty="0">
                <a:gradFill>
                  <a:gsLst>
                    <a:gs pos="1250">
                      <a:srgbClr val="505050"/>
                    </a:gs>
                    <a:gs pos="100000">
                      <a:srgbClr val="505050"/>
                    </a:gs>
                  </a:gsLst>
                  <a:lin ang="5400000" scaled="0"/>
                </a:gradFill>
              </a:rPr>
              <a:t>F5 Debugging works with Chrome Browser</a:t>
            </a:r>
          </a:p>
          <a:p>
            <a:pPr lvl="0">
              <a:spcBef>
                <a:spcPts val="1200"/>
              </a:spcBef>
            </a:pPr>
            <a:r>
              <a:rPr lang="en-US" dirty="0">
                <a:gradFill>
                  <a:gsLst>
                    <a:gs pos="1250">
                      <a:srgbClr val="505050"/>
                    </a:gs>
                    <a:gs pos="100000">
                      <a:srgbClr val="505050"/>
                    </a:gs>
                  </a:gsLst>
                  <a:lin ang="5400000" scaled="0"/>
                </a:gradFill>
              </a:rPr>
              <a:t>Breakpoints in JavaScript</a:t>
            </a:r>
          </a:p>
        </p:txBody>
      </p:sp>
      <p:grpSp>
        <p:nvGrpSpPr>
          <p:cNvPr id="6" name="Group 5"/>
          <p:cNvGrpSpPr/>
          <p:nvPr/>
        </p:nvGrpSpPr>
        <p:grpSpPr>
          <a:xfrm>
            <a:off x="1189038" y="1668086"/>
            <a:ext cx="3328988" cy="4572754"/>
            <a:chOff x="5808662" y="2046288"/>
            <a:chExt cx="438151" cy="569913"/>
          </a:xfrm>
        </p:grpSpPr>
        <p:sp>
          <p:nvSpPr>
            <p:cNvPr id="7" name="Freeform 736"/>
            <p:cNvSpPr>
              <a:spLocks/>
            </p:cNvSpPr>
            <p:nvPr/>
          </p:nvSpPr>
          <p:spPr bwMode="auto">
            <a:xfrm>
              <a:off x="5816600" y="2046288"/>
              <a:ext cx="406400" cy="220663"/>
            </a:xfrm>
            <a:custGeom>
              <a:avLst/>
              <a:gdLst>
                <a:gd name="T0" fmla="*/ 429 w 512"/>
                <a:gd name="T1" fmla="*/ 122 h 276"/>
                <a:gd name="T2" fmla="*/ 429 w 512"/>
                <a:gd name="T3" fmla="*/ 116 h 276"/>
                <a:gd name="T4" fmla="*/ 426 w 512"/>
                <a:gd name="T5" fmla="*/ 93 h 276"/>
                <a:gd name="T6" fmla="*/ 419 w 512"/>
                <a:gd name="T7" fmla="*/ 71 h 276"/>
                <a:gd name="T8" fmla="*/ 406 w 512"/>
                <a:gd name="T9" fmla="*/ 52 h 276"/>
                <a:gd name="T10" fmla="*/ 388 w 512"/>
                <a:gd name="T11" fmla="*/ 34 h 276"/>
                <a:gd name="T12" fmla="*/ 368 w 512"/>
                <a:gd name="T13" fmla="*/ 19 h 276"/>
                <a:gd name="T14" fmla="*/ 345 w 512"/>
                <a:gd name="T15" fmla="*/ 9 h 276"/>
                <a:gd name="T16" fmla="*/ 318 w 512"/>
                <a:gd name="T17" fmla="*/ 1 h 276"/>
                <a:gd name="T18" fmla="*/ 289 w 512"/>
                <a:gd name="T19" fmla="*/ 0 h 276"/>
                <a:gd name="T20" fmla="*/ 271 w 512"/>
                <a:gd name="T21" fmla="*/ 1 h 276"/>
                <a:gd name="T22" fmla="*/ 237 w 512"/>
                <a:gd name="T23" fmla="*/ 9 h 276"/>
                <a:gd name="T24" fmla="*/ 206 w 512"/>
                <a:gd name="T25" fmla="*/ 21 h 276"/>
                <a:gd name="T26" fmla="*/ 181 w 512"/>
                <a:gd name="T27" fmla="*/ 41 h 276"/>
                <a:gd name="T28" fmla="*/ 171 w 512"/>
                <a:gd name="T29" fmla="*/ 52 h 276"/>
                <a:gd name="T30" fmla="*/ 153 w 512"/>
                <a:gd name="T31" fmla="*/ 45 h 276"/>
                <a:gd name="T32" fmla="*/ 133 w 512"/>
                <a:gd name="T33" fmla="*/ 43 h 276"/>
                <a:gd name="T34" fmla="*/ 120 w 512"/>
                <a:gd name="T35" fmla="*/ 45 h 276"/>
                <a:gd name="T36" fmla="*/ 97 w 512"/>
                <a:gd name="T37" fmla="*/ 50 h 276"/>
                <a:gd name="T38" fmla="*/ 88 w 512"/>
                <a:gd name="T39" fmla="*/ 55 h 276"/>
                <a:gd name="T40" fmla="*/ 66 w 512"/>
                <a:gd name="T41" fmla="*/ 71 h 276"/>
                <a:gd name="T42" fmla="*/ 57 w 512"/>
                <a:gd name="T43" fmla="*/ 86 h 276"/>
                <a:gd name="T44" fmla="*/ 52 w 512"/>
                <a:gd name="T45" fmla="*/ 100 h 276"/>
                <a:gd name="T46" fmla="*/ 52 w 512"/>
                <a:gd name="T47" fmla="*/ 109 h 276"/>
                <a:gd name="T48" fmla="*/ 30 w 512"/>
                <a:gd name="T49" fmla="*/ 124 h 276"/>
                <a:gd name="T50" fmla="*/ 14 w 512"/>
                <a:gd name="T51" fmla="*/ 142 h 276"/>
                <a:gd name="T52" fmla="*/ 3 w 512"/>
                <a:gd name="T53" fmla="*/ 163 h 276"/>
                <a:gd name="T54" fmla="*/ 0 w 512"/>
                <a:gd name="T55" fmla="*/ 185 h 276"/>
                <a:gd name="T56" fmla="*/ 2 w 512"/>
                <a:gd name="T57" fmla="*/ 203 h 276"/>
                <a:gd name="T58" fmla="*/ 16 w 512"/>
                <a:gd name="T59" fmla="*/ 233 h 276"/>
                <a:gd name="T60" fmla="*/ 43 w 512"/>
                <a:gd name="T61" fmla="*/ 258 h 276"/>
                <a:gd name="T62" fmla="*/ 79 w 512"/>
                <a:gd name="T63" fmla="*/ 273 h 276"/>
                <a:gd name="T64" fmla="*/ 99 w 512"/>
                <a:gd name="T65" fmla="*/ 276 h 276"/>
                <a:gd name="T66" fmla="*/ 111 w 512"/>
                <a:gd name="T67" fmla="*/ 276 h 276"/>
                <a:gd name="T68" fmla="*/ 124 w 512"/>
                <a:gd name="T69" fmla="*/ 276 h 276"/>
                <a:gd name="T70" fmla="*/ 352 w 512"/>
                <a:gd name="T71" fmla="*/ 276 h 276"/>
                <a:gd name="T72" fmla="*/ 358 w 512"/>
                <a:gd name="T73" fmla="*/ 276 h 276"/>
                <a:gd name="T74" fmla="*/ 363 w 512"/>
                <a:gd name="T75" fmla="*/ 276 h 276"/>
                <a:gd name="T76" fmla="*/ 379 w 512"/>
                <a:gd name="T77" fmla="*/ 276 h 276"/>
                <a:gd name="T78" fmla="*/ 417 w 512"/>
                <a:gd name="T79" fmla="*/ 276 h 276"/>
                <a:gd name="T80" fmla="*/ 455 w 512"/>
                <a:gd name="T81" fmla="*/ 271 h 276"/>
                <a:gd name="T82" fmla="*/ 483 w 512"/>
                <a:gd name="T83" fmla="*/ 253 h 276"/>
                <a:gd name="T84" fmla="*/ 505 w 512"/>
                <a:gd name="T85" fmla="*/ 230 h 276"/>
                <a:gd name="T86" fmla="*/ 512 w 512"/>
                <a:gd name="T87" fmla="*/ 199 h 276"/>
                <a:gd name="T88" fmla="*/ 510 w 512"/>
                <a:gd name="T89" fmla="*/ 185 h 276"/>
                <a:gd name="T90" fmla="*/ 498 w 512"/>
                <a:gd name="T91" fmla="*/ 160 h 276"/>
                <a:gd name="T92" fmla="*/ 476 w 512"/>
                <a:gd name="T93" fmla="*/ 138 h 276"/>
                <a:gd name="T94" fmla="*/ 446 w 512"/>
                <a:gd name="T95" fmla="*/ 125 h 276"/>
                <a:gd name="T96" fmla="*/ 429 w 512"/>
                <a:gd name="T97" fmla="*/ 122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2" h="276">
                  <a:moveTo>
                    <a:pt x="429" y="122"/>
                  </a:moveTo>
                  <a:lnTo>
                    <a:pt x="429" y="122"/>
                  </a:lnTo>
                  <a:lnTo>
                    <a:pt x="429" y="116"/>
                  </a:lnTo>
                  <a:lnTo>
                    <a:pt x="429" y="116"/>
                  </a:lnTo>
                  <a:lnTo>
                    <a:pt x="429" y="104"/>
                  </a:lnTo>
                  <a:lnTo>
                    <a:pt x="426" y="93"/>
                  </a:lnTo>
                  <a:lnTo>
                    <a:pt x="422" y="82"/>
                  </a:lnTo>
                  <a:lnTo>
                    <a:pt x="419" y="71"/>
                  </a:lnTo>
                  <a:lnTo>
                    <a:pt x="413" y="61"/>
                  </a:lnTo>
                  <a:lnTo>
                    <a:pt x="406" y="52"/>
                  </a:lnTo>
                  <a:lnTo>
                    <a:pt x="397" y="43"/>
                  </a:lnTo>
                  <a:lnTo>
                    <a:pt x="388" y="34"/>
                  </a:lnTo>
                  <a:lnTo>
                    <a:pt x="379" y="27"/>
                  </a:lnTo>
                  <a:lnTo>
                    <a:pt x="368" y="19"/>
                  </a:lnTo>
                  <a:lnTo>
                    <a:pt x="356" y="14"/>
                  </a:lnTo>
                  <a:lnTo>
                    <a:pt x="345" y="9"/>
                  </a:lnTo>
                  <a:lnTo>
                    <a:pt x="331" y="5"/>
                  </a:lnTo>
                  <a:lnTo>
                    <a:pt x="318" y="1"/>
                  </a:lnTo>
                  <a:lnTo>
                    <a:pt x="304" y="0"/>
                  </a:lnTo>
                  <a:lnTo>
                    <a:pt x="289" y="0"/>
                  </a:lnTo>
                  <a:lnTo>
                    <a:pt x="289" y="0"/>
                  </a:lnTo>
                  <a:lnTo>
                    <a:pt x="271" y="1"/>
                  </a:lnTo>
                  <a:lnTo>
                    <a:pt x="253" y="3"/>
                  </a:lnTo>
                  <a:lnTo>
                    <a:pt x="237" y="9"/>
                  </a:lnTo>
                  <a:lnTo>
                    <a:pt x="221" y="14"/>
                  </a:lnTo>
                  <a:lnTo>
                    <a:pt x="206" y="21"/>
                  </a:lnTo>
                  <a:lnTo>
                    <a:pt x="194" y="30"/>
                  </a:lnTo>
                  <a:lnTo>
                    <a:pt x="181" y="41"/>
                  </a:lnTo>
                  <a:lnTo>
                    <a:pt x="171" y="52"/>
                  </a:lnTo>
                  <a:lnTo>
                    <a:pt x="171" y="52"/>
                  </a:lnTo>
                  <a:lnTo>
                    <a:pt x="163" y="48"/>
                  </a:lnTo>
                  <a:lnTo>
                    <a:pt x="153" y="45"/>
                  </a:lnTo>
                  <a:lnTo>
                    <a:pt x="144" y="45"/>
                  </a:lnTo>
                  <a:lnTo>
                    <a:pt x="133" y="43"/>
                  </a:lnTo>
                  <a:lnTo>
                    <a:pt x="133" y="43"/>
                  </a:lnTo>
                  <a:lnTo>
                    <a:pt x="120" y="45"/>
                  </a:lnTo>
                  <a:lnTo>
                    <a:pt x="108" y="46"/>
                  </a:lnTo>
                  <a:lnTo>
                    <a:pt x="97" y="50"/>
                  </a:lnTo>
                  <a:lnTo>
                    <a:pt x="88" y="55"/>
                  </a:lnTo>
                  <a:lnTo>
                    <a:pt x="88" y="55"/>
                  </a:lnTo>
                  <a:lnTo>
                    <a:pt x="72" y="64"/>
                  </a:lnTo>
                  <a:lnTo>
                    <a:pt x="66" y="71"/>
                  </a:lnTo>
                  <a:lnTo>
                    <a:pt x="61" y="79"/>
                  </a:lnTo>
                  <a:lnTo>
                    <a:pt x="57" y="86"/>
                  </a:lnTo>
                  <a:lnTo>
                    <a:pt x="54" y="93"/>
                  </a:lnTo>
                  <a:lnTo>
                    <a:pt x="52" y="100"/>
                  </a:lnTo>
                  <a:lnTo>
                    <a:pt x="52" y="109"/>
                  </a:lnTo>
                  <a:lnTo>
                    <a:pt x="52" y="109"/>
                  </a:lnTo>
                  <a:lnTo>
                    <a:pt x="39" y="116"/>
                  </a:lnTo>
                  <a:lnTo>
                    <a:pt x="30" y="124"/>
                  </a:lnTo>
                  <a:lnTo>
                    <a:pt x="21" y="133"/>
                  </a:lnTo>
                  <a:lnTo>
                    <a:pt x="14" y="142"/>
                  </a:lnTo>
                  <a:lnTo>
                    <a:pt x="9" y="152"/>
                  </a:lnTo>
                  <a:lnTo>
                    <a:pt x="3" y="163"/>
                  </a:lnTo>
                  <a:lnTo>
                    <a:pt x="2" y="174"/>
                  </a:lnTo>
                  <a:lnTo>
                    <a:pt x="0" y="185"/>
                  </a:lnTo>
                  <a:lnTo>
                    <a:pt x="0" y="185"/>
                  </a:lnTo>
                  <a:lnTo>
                    <a:pt x="2" y="203"/>
                  </a:lnTo>
                  <a:lnTo>
                    <a:pt x="7" y="219"/>
                  </a:lnTo>
                  <a:lnTo>
                    <a:pt x="16" y="233"/>
                  </a:lnTo>
                  <a:lnTo>
                    <a:pt x="29" y="246"/>
                  </a:lnTo>
                  <a:lnTo>
                    <a:pt x="43" y="258"/>
                  </a:lnTo>
                  <a:lnTo>
                    <a:pt x="59" y="267"/>
                  </a:lnTo>
                  <a:lnTo>
                    <a:pt x="79" y="273"/>
                  </a:lnTo>
                  <a:lnTo>
                    <a:pt x="99" y="276"/>
                  </a:lnTo>
                  <a:lnTo>
                    <a:pt x="99" y="276"/>
                  </a:lnTo>
                  <a:lnTo>
                    <a:pt x="111" y="276"/>
                  </a:lnTo>
                  <a:lnTo>
                    <a:pt x="111" y="276"/>
                  </a:lnTo>
                  <a:lnTo>
                    <a:pt x="124" y="276"/>
                  </a:lnTo>
                  <a:lnTo>
                    <a:pt x="124" y="276"/>
                  </a:lnTo>
                  <a:lnTo>
                    <a:pt x="352" y="276"/>
                  </a:lnTo>
                  <a:lnTo>
                    <a:pt x="352" y="276"/>
                  </a:lnTo>
                  <a:lnTo>
                    <a:pt x="358" y="276"/>
                  </a:lnTo>
                  <a:lnTo>
                    <a:pt x="358" y="276"/>
                  </a:lnTo>
                  <a:lnTo>
                    <a:pt x="363" y="276"/>
                  </a:lnTo>
                  <a:lnTo>
                    <a:pt x="363" y="276"/>
                  </a:lnTo>
                  <a:lnTo>
                    <a:pt x="379" y="276"/>
                  </a:lnTo>
                  <a:lnTo>
                    <a:pt x="379" y="276"/>
                  </a:lnTo>
                  <a:lnTo>
                    <a:pt x="417" y="276"/>
                  </a:lnTo>
                  <a:lnTo>
                    <a:pt x="417" y="276"/>
                  </a:lnTo>
                  <a:lnTo>
                    <a:pt x="437" y="275"/>
                  </a:lnTo>
                  <a:lnTo>
                    <a:pt x="455" y="271"/>
                  </a:lnTo>
                  <a:lnTo>
                    <a:pt x="471" y="264"/>
                  </a:lnTo>
                  <a:lnTo>
                    <a:pt x="483" y="253"/>
                  </a:lnTo>
                  <a:lnTo>
                    <a:pt x="496" y="242"/>
                  </a:lnTo>
                  <a:lnTo>
                    <a:pt x="505" y="230"/>
                  </a:lnTo>
                  <a:lnTo>
                    <a:pt x="510" y="215"/>
                  </a:lnTo>
                  <a:lnTo>
                    <a:pt x="512" y="199"/>
                  </a:lnTo>
                  <a:lnTo>
                    <a:pt x="512" y="199"/>
                  </a:lnTo>
                  <a:lnTo>
                    <a:pt x="510" y="185"/>
                  </a:lnTo>
                  <a:lnTo>
                    <a:pt x="505" y="172"/>
                  </a:lnTo>
                  <a:lnTo>
                    <a:pt x="498" y="160"/>
                  </a:lnTo>
                  <a:lnTo>
                    <a:pt x="487" y="149"/>
                  </a:lnTo>
                  <a:lnTo>
                    <a:pt x="476" y="138"/>
                  </a:lnTo>
                  <a:lnTo>
                    <a:pt x="462" y="131"/>
                  </a:lnTo>
                  <a:lnTo>
                    <a:pt x="446" y="125"/>
                  </a:lnTo>
                  <a:lnTo>
                    <a:pt x="429" y="122"/>
                  </a:lnTo>
                  <a:lnTo>
                    <a:pt x="429" y="122"/>
                  </a:lnTo>
                  <a:close/>
                </a:path>
              </a:pathLst>
            </a:custGeom>
            <a:solidFill>
              <a:srgbClr val="6DC2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737"/>
            <p:cNvSpPr>
              <a:spLocks noChangeArrowheads="1"/>
            </p:cNvSpPr>
            <p:nvPr/>
          </p:nvSpPr>
          <p:spPr bwMode="auto">
            <a:xfrm>
              <a:off x="6108700" y="2325688"/>
              <a:ext cx="138113" cy="290513"/>
            </a:xfrm>
            <a:prstGeom prst="rect">
              <a:avLst/>
            </a:prstGeom>
            <a:solidFill>
              <a:srgbClr val="6821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Rectangle 738"/>
            <p:cNvSpPr>
              <a:spLocks noChangeArrowheads="1"/>
            </p:cNvSpPr>
            <p:nvPr/>
          </p:nvSpPr>
          <p:spPr bwMode="auto">
            <a:xfrm>
              <a:off x="6122987" y="2339976"/>
              <a:ext cx="112713" cy="252413"/>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Rectangle 739"/>
            <p:cNvSpPr>
              <a:spLocks noChangeArrowheads="1"/>
            </p:cNvSpPr>
            <p:nvPr/>
          </p:nvSpPr>
          <p:spPr bwMode="auto">
            <a:xfrm>
              <a:off x="6129337" y="2347913"/>
              <a:ext cx="100013" cy="269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Rectangle 740"/>
            <p:cNvSpPr>
              <a:spLocks noChangeArrowheads="1"/>
            </p:cNvSpPr>
            <p:nvPr/>
          </p:nvSpPr>
          <p:spPr bwMode="auto">
            <a:xfrm>
              <a:off x="6132512" y="2352676"/>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Rectangle 741"/>
            <p:cNvSpPr>
              <a:spLocks noChangeArrowheads="1"/>
            </p:cNvSpPr>
            <p:nvPr/>
          </p:nvSpPr>
          <p:spPr bwMode="auto">
            <a:xfrm>
              <a:off x="6138862" y="2352676"/>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742"/>
            <p:cNvSpPr>
              <a:spLocks noChangeArrowheads="1"/>
            </p:cNvSpPr>
            <p:nvPr/>
          </p:nvSpPr>
          <p:spPr bwMode="auto">
            <a:xfrm>
              <a:off x="6145212" y="2352676"/>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743"/>
            <p:cNvSpPr>
              <a:spLocks noChangeArrowheads="1"/>
            </p:cNvSpPr>
            <p:nvPr/>
          </p:nvSpPr>
          <p:spPr bwMode="auto">
            <a:xfrm>
              <a:off x="6149975" y="2352676"/>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744"/>
            <p:cNvSpPr>
              <a:spLocks noChangeArrowheads="1"/>
            </p:cNvSpPr>
            <p:nvPr/>
          </p:nvSpPr>
          <p:spPr bwMode="auto">
            <a:xfrm>
              <a:off x="6156325" y="2352676"/>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745"/>
            <p:cNvSpPr>
              <a:spLocks noChangeArrowheads="1"/>
            </p:cNvSpPr>
            <p:nvPr/>
          </p:nvSpPr>
          <p:spPr bwMode="auto">
            <a:xfrm>
              <a:off x="6161087" y="2352676"/>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746"/>
            <p:cNvSpPr>
              <a:spLocks/>
            </p:cNvSpPr>
            <p:nvPr/>
          </p:nvSpPr>
          <p:spPr bwMode="auto">
            <a:xfrm>
              <a:off x="6213475" y="2357438"/>
              <a:ext cx="6350" cy="7938"/>
            </a:xfrm>
            <a:custGeom>
              <a:avLst/>
              <a:gdLst>
                <a:gd name="T0" fmla="*/ 0 w 9"/>
                <a:gd name="T1" fmla="*/ 5 h 9"/>
                <a:gd name="T2" fmla="*/ 0 w 9"/>
                <a:gd name="T3" fmla="*/ 5 h 9"/>
                <a:gd name="T4" fmla="*/ 1 w 9"/>
                <a:gd name="T5" fmla="*/ 1 h 9"/>
                <a:gd name="T6" fmla="*/ 3 w 9"/>
                <a:gd name="T7" fmla="*/ 0 h 9"/>
                <a:gd name="T8" fmla="*/ 3 w 9"/>
                <a:gd name="T9" fmla="*/ 0 h 9"/>
                <a:gd name="T10" fmla="*/ 7 w 9"/>
                <a:gd name="T11" fmla="*/ 1 h 9"/>
                <a:gd name="T12" fmla="*/ 9 w 9"/>
                <a:gd name="T13" fmla="*/ 5 h 9"/>
                <a:gd name="T14" fmla="*/ 9 w 9"/>
                <a:gd name="T15" fmla="*/ 5 h 9"/>
                <a:gd name="T16" fmla="*/ 7 w 9"/>
                <a:gd name="T17" fmla="*/ 7 h 9"/>
                <a:gd name="T18" fmla="*/ 3 w 9"/>
                <a:gd name="T19" fmla="*/ 9 h 9"/>
                <a:gd name="T20" fmla="*/ 3 w 9"/>
                <a:gd name="T21" fmla="*/ 9 h 9"/>
                <a:gd name="T22" fmla="*/ 1 w 9"/>
                <a:gd name="T23" fmla="*/ 7 h 9"/>
                <a:gd name="T24" fmla="*/ 0 w 9"/>
                <a:gd name="T25" fmla="*/ 5 h 9"/>
                <a:gd name="T26" fmla="*/ 0 w 9"/>
                <a:gd name="T27"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9">
                  <a:moveTo>
                    <a:pt x="0" y="5"/>
                  </a:moveTo>
                  <a:lnTo>
                    <a:pt x="0" y="5"/>
                  </a:lnTo>
                  <a:lnTo>
                    <a:pt x="1" y="1"/>
                  </a:lnTo>
                  <a:lnTo>
                    <a:pt x="3" y="0"/>
                  </a:lnTo>
                  <a:lnTo>
                    <a:pt x="3" y="0"/>
                  </a:lnTo>
                  <a:lnTo>
                    <a:pt x="7" y="1"/>
                  </a:lnTo>
                  <a:lnTo>
                    <a:pt x="9" y="5"/>
                  </a:lnTo>
                  <a:lnTo>
                    <a:pt x="9" y="5"/>
                  </a:lnTo>
                  <a:lnTo>
                    <a:pt x="7" y="7"/>
                  </a:lnTo>
                  <a:lnTo>
                    <a:pt x="3" y="9"/>
                  </a:lnTo>
                  <a:lnTo>
                    <a:pt x="3" y="9"/>
                  </a:lnTo>
                  <a:lnTo>
                    <a:pt x="1" y="7"/>
                  </a:lnTo>
                  <a:lnTo>
                    <a:pt x="0" y="5"/>
                  </a:lnTo>
                  <a:lnTo>
                    <a:pt x="0" y="5"/>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Rectangle 747"/>
            <p:cNvSpPr>
              <a:spLocks noChangeArrowheads="1"/>
            </p:cNvSpPr>
            <p:nvPr/>
          </p:nvSpPr>
          <p:spPr bwMode="auto">
            <a:xfrm>
              <a:off x="6129337" y="2381251"/>
              <a:ext cx="100013" cy="2540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Rectangle 748"/>
            <p:cNvSpPr>
              <a:spLocks noChangeArrowheads="1"/>
            </p:cNvSpPr>
            <p:nvPr/>
          </p:nvSpPr>
          <p:spPr bwMode="auto">
            <a:xfrm>
              <a:off x="6132512" y="23828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Rectangle 749"/>
            <p:cNvSpPr>
              <a:spLocks noChangeArrowheads="1"/>
            </p:cNvSpPr>
            <p:nvPr/>
          </p:nvSpPr>
          <p:spPr bwMode="auto">
            <a:xfrm>
              <a:off x="6138862" y="23828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Rectangle 750"/>
            <p:cNvSpPr>
              <a:spLocks noChangeArrowheads="1"/>
            </p:cNvSpPr>
            <p:nvPr/>
          </p:nvSpPr>
          <p:spPr bwMode="auto">
            <a:xfrm>
              <a:off x="6145212" y="23828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Rectangle 751"/>
            <p:cNvSpPr>
              <a:spLocks noChangeArrowheads="1"/>
            </p:cNvSpPr>
            <p:nvPr/>
          </p:nvSpPr>
          <p:spPr bwMode="auto">
            <a:xfrm>
              <a:off x="6149975" y="23828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Rectangle 752"/>
            <p:cNvSpPr>
              <a:spLocks noChangeArrowheads="1"/>
            </p:cNvSpPr>
            <p:nvPr/>
          </p:nvSpPr>
          <p:spPr bwMode="auto">
            <a:xfrm>
              <a:off x="6156325" y="23828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Rectangle 753"/>
            <p:cNvSpPr>
              <a:spLocks noChangeArrowheads="1"/>
            </p:cNvSpPr>
            <p:nvPr/>
          </p:nvSpPr>
          <p:spPr bwMode="auto">
            <a:xfrm>
              <a:off x="6161087" y="23828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754"/>
            <p:cNvSpPr>
              <a:spLocks/>
            </p:cNvSpPr>
            <p:nvPr/>
          </p:nvSpPr>
          <p:spPr bwMode="auto">
            <a:xfrm>
              <a:off x="6213475" y="2390776"/>
              <a:ext cx="6350" cy="6350"/>
            </a:xfrm>
            <a:custGeom>
              <a:avLst/>
              <a:gdLst>
                <a:gd name="T0" fmla="*/ 0 w 9"/>
                <a:gd name="T1" fmla="*/ 3 h 7"/>
                <a:gd name="T2" fmla="*/ 0 w 9"/>
                <a:gd name="T3" fmla="*/ 3 h 7"/>
                <a:gd name="T4" fmla="*/ 1 w 9"/>
                <a:gd name="T5" fmla="*/ 2 h 7"/>
                <a:gd name="T6" fmla="*/ 3 w 9"/>
                <a:gd name="T7" fmla="*/ 0 h 7"/>
                <a:gd name="T8" fmla="*/ 3 w 9"/>
                <a:gd name="T9" fmla="*/ 0 h 7"/>
                <a:gd name="T10" fmla="*/ 7 w 9"/>
                <a:gd name="T11" fmla="*/ 2 h 7"/>
                <a:gd name="T12" fmla="*/ 9 w 9"/>
                <a:gd name="T13" fmla="*/ 3 h 7"/>
                <a:gd name="T14" fmla="*/ 9 w 9"/>
                <a:gd name="T15" fmla="*/ 3 h 7"/>
                <a:gd name="T16" fmla="*/ 7 w 9"/>
                <a:gd name="T17" fmla="*/ 7 h 7"/>
                <a:gd name="T18" fmla="*/ 3 w 9"/>
                <a:gd name="T19" fmla="*/ 7 h 7"/>
                <a:gd name="T20" fmla="*/ 3 w 9"/>
                <a:gd name="T21" fmla="*/ 7 h 7"/>
                <a:gd name="T22" fmla="*/ 1 w 9"/>
                <a:gd name="T23" fmla="*/ 7 h 7"/>
                <a:gd name="T24" fmla="*/ 0 w 9"/>
                <a:gd name="T25" fmla="*/ 3 h 7"/>
                <a:gd name="T26" fmla="*/ 0 w 9"/>
                <a:gd name="T27"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3"/>
                  </a:moveTo>
                  <a:lnTo>
                    <a:pt x="0" y="3"/>
                  </a:lnTo>
                  <a:lnTo>
                    <a:pt x="1" y="2"/>
                  </a:lnTo>
                  <a:lnTo>
                    <a:pt x="3" y="0"/>
                  </a:lnTo>
                  <a:lnTo>
                    <a:pt x="3" y="0"/>
                  </a:lnTo>
                  <a:lnTo>
                    <a:pt x="7" y="2"/>
                  </a:lnTo>
                  <a:lnTo>
                    <a:pt x="9" y="3"/>
                  </a:lnTo>
                  <a:lnTo>
                    <a:pt x="9" y="3"/>
                  </a:lnTo>
                  <a:lnTo>
                    <a:pt x="7" y="7"/>
                  </a:lnTo>
                  <a:lnTo>
                    <a:pt x="3" y="7"/>
                  </a:lnTo>
                  <a:lnTo>
                    <a:pt x="3" y="7"/>
                  </a:lnTo>
                  <a:lnTo>
                    <a:pt x="1" y="7"/>
                  </a:lnTo>
                  <a:lnTo>
                    <a:pt x="0" y="3"/>
                  </a:lnTo>
                  <a:lnTo>
                    <a:pt x="0" y="3"/>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Rectangle 755"/>
            <p:cNvSpPr>
              <a:spLocks noChangeArrowheads="1"/>
            </p:cNvSpPr>
            <p:nvPr/>
          </p:nvSpPr>
          <p:spPr bwMode="auto">
            <a:xfrm>
              <a:off x="6129337" y="2413001"/>
              <a:ext cx="100013" cy="269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756"/>
            <p:cNvSpPr>
              <a:spLocks noChangeArrowheads="1"/>
            </p:cNvSpPr>
            <p:nvPr/>
          </p:nvSpPr>
          <p:spPr bwMode="auto">
            <a:xfrm>
              <a:off x="6132512" y="2417763"/>
              <a:ext cx="1588"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Rectangle 757"/>
            <p:cNvSpPr>
              <a:spLocks noChangeArrowheads="1"/>
            </p:cNvSpPr>
            <p:nvPr/>
          </p:nvSpPr>
          <p:spPr bwMode="auto">
            <a:xfrm>
              <a:off x="6138862" y="2417763"/>
              <a:ext cx="3175"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Rectangle 758"/>
            <p:cNvSpPr>
              <a:spLocks noChangeArrowheads="1"/>
            </p:cNvSpPr>
            <p:nvPr/>
          </p:nvSpPr>
          <p:spPr bwMode="auto">
            <a:xfrm>
              <a:off x="6145212" y="2417763"/>
              <a:ext cx="1588"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Rectangle 759"/>
            <p:cNvSpPr>
              <a:spLocks noChangeArrowheads="1"/>
            </p:cNvSpPr>
            <p:nvPr/>
          </p:nvSpPr>
          <p:spPr bwMode="auto">
            <a:xfrm>
              <a:off x="6149975" y="2417763"/>
              <a:ext cx="3175"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Rectangle 760"/>
            <p:cNvSpPr>
              <a:spLocks noChangeArrowheads="1"/>
            </p:cNvSpPr>
            <p:nvPr/>
          </p:nvSpPr>
          <p:spPr bwMode="auto">
            <a:xfrm>
              <a:off x="6156325" y="2417763"/>
              <a:ext cx="3175"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Rectangle 761"/>
            <p:cNvSpPr>
              <a:spLocks noChangeArrowheads="1"/>
            </p:cNvSpPr>
            <p:nvPr/>
          </p:nvSpPr>
          <p:spPr bwMode="auto">
            <a:xfrm>
              <a:off x="6161087" y="2417763"/>
              <a:ext cx="1588"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762"/>
            <p:cNvSpPr>
              <a:spLocks/>
            </p:cNvSpPr>
            <p:nvPr/>
          </p:nvSpPr>
          <p:spPr bwMode="auto">
            <a:xfrm>
              <a:off x="6213475" y="2424113"/>
              <a:ext cx="6350" cy="4763"/>
            </a:xfrm>
            <a:custGeom>
              <a:avLst/>
              <a:gdLst>
                <a:gd name="T0" fmla="*/ 0 w 9"/>
                <a:gd name="T1" fmla="*/ 4 h 7"/>
                <a:gd name="T2" fmla="*/ 0 w 9"/>
                <a:gd name="T3" fmla="*/ 4 h 7"/>
                <a:gd name="T4" fmla="*/ 1 w 9"/>
                <a:gd name="T5" fmla="*/ 0 h 7"/>
                <a:gd name="T6" fmla="*/ 3 w 9"/>
                <a:gd name="T7" fmla="*/ 0 h 7"/>
                <a:gd name="T8" fmla="*/ 3 w 9"/>
                <a:gd name="T9" fmla="*/ 0 h 7"/>
                <a:gd name="T10" fmla="*/ 7 w 9"/>
                <a:gd name="T11" fmla="*/ 0 h 7"/>
                <a:gd name="T12" fmla="*/ 9 w 9"/>
                <a:gd name="T13" fmla="*/ 4 h 7"/>
                <a:gd name="T14" fmla="*/ 9 w 9"/>
                <a:gd name="T15" fmla="*/ 4 h 7"/>
                <a:gd name="T16" fmla="*/ 7 w 9"/>
                <a:gd name="T17" fmla="*/ 7 h 7"/>
                <a:gd name="T18" fmla="*/ 3 w 9"/>
                <a:gd name="T19" fmla="*/ 7 h 7"/>
                <a:gd name="T20" fmla="*/ 3 w 9"/>
                <a:gd name="T21" fmla="*/ 7 h 7"/>
                <a:gd name="T22" fmla="*/ 1 w 9"/>
                <a:gd name="T23" fmla="*/ 7 h 7"/>
                <a:gd name="T24" fmla="*/ 0 w 9"/>
                <a:gd name="T25" fmla="*/ 4 h 7"/>
                <a:gd name="T26" fmla="*/ 0 w 9"/>
                <a:gd name="T27" fmla="*/ 4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4"/>
                  </a:moveTo>
                  <a:lnTo>
                    <a:pt x="0" y="4"/>
                  </a:lnTo>
                  <a:lnTo>
                    <a:pt x="1" y="0"/>
                  </a:lnTo>
                  <a:lnTo>
                    <a:pt x="3" y="0"/>
                  </a:lnTo>
                  <a:lnTo>
                    <a:pt x="3" y="0"/>
                  </a:lnTo>
                  <a:lnTo>
                    <a:pt x="7" y="0"/>
                  </a:lnTo>
                  <a:lnTo>
                    <a:pt x="9" y="4"/>
                  </a:lnTo>
                  <a:lnTo>
                    <a:pt x="9" y="4"/>
                  </a:lnTo>
                  <a:lnTo>
                    <a:pt x="7" y="7"/>
                  </a:lnTo>
                  <a:lnTo>
                    <a:pt x="3" y="7"/>
                  </a:lnTo>
                  <a:lnTo>
                    <a:pt x="3" y="7"/>
                  </a:lnTo>
                  <a:lnTo>
                    <a:pt x="1" y="7"/>
                  </a:lnTo>
                  <a:lnTo>
                    <a:pt x="0" y="4"/>
                  </a:lnTo>
                  <a:lnTo>
                    <a:pt x="0" y="4"/>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Rectangle 763"/>
            <p:cNvSpPr>
              <a:spLocks noChangeArrowheads="1"/>
            </p:cNvSpPr>
            <p:nvPr/>
          </p:nvSpPr>
          <p:spPr bwMode="auto">
            <a:xfrm>
              <a:off x="6129337" y="2446338"/>
              <a:ext cx="100013" cy="2540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Rectangle 764"/>
            <p:cNvSpPr>
              <a:spLocks noChangeArrowheads="1"/>
            </p:cNvSpPr>
            <p:nvPr/>
          </p:nvSpPr>
          <p:spPr bwMode="auto">
            <a:xfrm>
              <a:off x="6132512" y="2451101"/>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Rectangle 765"/>
            <p:cNvSpPr>
              <a:spLocks noChangeArrowheads="1"/>
            </p:cNvSpPr>
            <p:nvPr/>
          </p:nvSpPr>
          <p:spPr bwMode="auto">
            <a:xfrm>
              <a:off x="6138862" y="2451101"/>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Rectangle 766"/>
            <p:cNvSpPr>
              <a:spLocks noChangeArrowheads="1"/>
            </p:cNvSpPr>
            <p:nvPr/>
          </p:nvSpPr>
          <p:spPr bwMode="auto">
            <a:xfrm>
              <a:off x="6145212" y="2451101"/>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Rectangle 767"/>
            <p:cNvSpPr>
              <a:spLocks noChangeArrowheads="1"/>
            </p:cNvSpPr>
            <p:nvPr/>
          </p:nvSpPr>
          <p:spPr bwMode="auto">
            <a:xfrm>
              <a:off x="6149975" y="2451101"/>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Rectangle 768"/>
            <p:cNvSpPr>
              <a:spLocks noChangeArrowheads="1"/>
            </p:cNvSpPr>
            <p:nvPr/>
          </p:nvSpPr>
          <p:spPr bwMode="auto">
            <a:xfrm>
              <a:off x="6156325" y="2451101"/>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Rectangle 769"/>
            <p:cNvSpPr>
              <a:spLocks noChangeArrowheads="1"/>
            </p:cNvSpPr>
            <p:nvPr/>
          </p:nvSpPr>
          <p:spPr bwMode="auto">
            <a:xfrm>
              <a:off x="6161087" y="2451101"/>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770"/>
            <p:cNvSpPr>
              <a:spLocks/>
            </p:cNvSpPr>
            <p:nvPr/>
          </p:nvSpPr>
          <p:spPr bwMode="auto">
            <a:xfrm>
              <a:off x="6213475" y="2455863"/>
              <a:ext cx="6350" cy="6350"/>
            </a:xfrm>
            <a:custGeom>
              <a:avLst/>
              <a:gdLst>
                <a:gd name="T0" fmla="*/ 0 w 9"/>
                <a:gd name="T1" fmla="*/ 3 h 7"/>
                <a:gd name="T2" fmla="*/ 0 w 9"/>
                <a:gd name="T3" fmla="*/ 3 h 7"/>
                <a:gd name="T4" fmla="*/ 1 w 9"/>
                <a:gd name="T5" fmla="*/ 1 h 7"/>
                <a:gd name="T6" fmla="*/ 3 w 9"/>
                <a:gd name="T7" fmla="*/ 0 h 7"/>
                <a:gd name="T8" fmla="*/ 3 w 9"/>
                <a:gd name="T9" fmla="*/ 0 h 7"/>
                <a:gd name="T10" fmla="*/ 7 w 9"/>
                <a:gd name="T11" fmla="*/ 1 h 7"/>
                <a:gd name="T12" fmla="*/ 9 w 9"/>
                <a:gd name="T13" fmla="*/ 3 h 7"/>
                <a:gd name="T14" fmla="*/ 9 w 9"/>
                <a:gd name="T15" fmla="*/ 3 h 7"/>
                <a:gd name="T16" fmla="*/ 7 w 9"/>
                <a:gd name="T17" fmla="*/ 7 h 7"/>
                <a:gd name="T18" fmla="*/ 3 w 9"/>
                <a:gd name="T19" fmla="*/ 7 h 7"/>
                <a:gd name="T20" fmla="*/ 3 w 9"/>
                <a:gd name="T21" fmla="*/ 7 h 7"/>
                <a:gd name="T22" fmla="*/ 1 w 9"/>
                <a:gd name="T23" fmla="*/ 7 h 7"/>
                <a:gd name="T24" fmla="*/ 0 w 9"/>
                <a:gd name="T25" fmla="*/ 3 h 7"/>
                <a:gd name="T26" fmla="*/ 0 w 9"/>
                <a:gd name="T27"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3"/>
                  </a:moveTo>
                  <a:lnTo>
                    <a:pt x="0" y="3"/>
                  </a:lnTo>
                  <a:lnTo>
                    <a:pt x="1" y="1"/>
                  </a:lnTo>
                  <a:lnTo>
                    <a:pt x="3" y="0"/>
                  </a:lnTo>
                  <a:lnTo>
                    <a:pt x="3" y="0"/>
                  </a:lnTo>
                  <a:lnTo>
                    <a:pt x="7" y="1"/>
                  </a:lnTo>
                  <a:lnTo>
                    <a:pt x="9" y="3"/>
                  </a:lnTo>
                  <a:lnTo>
                    <a:pt x="9" y="3"/>
                  </a:lnTo>
                  <a:lnTo>
                    <a:pt x="7" y="7"/>
                  </a:lnTo>
                  <a:lnTo>
                    <a:pt x="3" y="7"/>
                  </a:lnTo>
                  <a:lnTo>
                    <a:pt x="3" y="7"/>
                  </a:lnTo>
                  <a:lnTo>
                    <a:pt x="1" y="7"/>
                  </a:lnTo>
                  <a:lnTo>
                    <a:pt x="0" y="3"/>
                  </a:lnTo>
                  <a:lnTo>
                    <a:pt x="0" y="3"/>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Rectangle 771"/>
            <p:cNvSpPr>
              <a:spLocks noChangeArrowheads="1"/>
            </p:cNvSpPr>
            <p:nvPr/>
          </p:nvSpPr>
          <p:spPr bwMode="auto">
            <a:xfrm>
              <a:off x="6129337" y="2481263"/>
              <a:ext cx="100013" cy="23813"/>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Rectangle 772"/>
            <p:cNvSpPr>
              <a:spLocks noChangeArrowheads="1"/>
            </p:cNvSpPr>
            <p:nvPr/>
          </p:nvSpPr>
          <p:spPr bwMode="auto">
            <a:xfrm>
              <a:off x="6132512" y="2482851"/>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773"/>
            <p:cNvSpPr>
              <a:spLocks noChangeArrowheads="1"/>
            </p:cNvSpPr>
            <p:nvPr/>
          </p:nvSpPr>
          <p:spPr bwMode="auto">
            <a:xfrm>
              <a:off x="6138862" y="2482851"/>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Rectangle 774"/>
            <p:cNvSpPr>
              <a:spLocks noChangeArrowheads="1"/>
            </p:cNvSpPr>
            <p:nvPr/>
          </p:nvSpPr>
          <p:spPr bwMode="auto">
            <a:xfrm>
              <a:off x="6145212" y="2482851"/>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Rectangle 775"/>
            <p:cNvSpPr>
              <a:spLocks noChangeArrowheads="1"/>
            </p:cNvSpPr>
            <p:nvPr/>
          </p:nvSpPr>
          <p:spPr bwMode="auto">
            <a:xfrm>
              <a:off x="6149975" y="2482851"/>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776"/>
            <p:cNvSpPr>
              <a:spLocks noChangeArrowheads="1"/>
            </p:cNvSpPr>
            <p:nvPr/>
          </p:nvSpPr>
          <p:spPr bwMode="auto">
            <a:xfrm>
              <a:off x="6156325" y="2482851"/>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Rectangle 777"/>
            <p:cNvSpPr>
              <a:spLocks noChangeArrowheads="1"/>
            </p:cNvSpPr>
            <p:nvPr/>
          </p:nvSpPr>
          <p:spPr bwMode="auto">
            <a:xfrm>
              <a:off x="6161087" y="2482851"/>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778"/>
            <p:cNvSpPr>
              <a:spLocks/>
            </p:cNvSpPr>
            <p:nvPr/>
          </p:nvSpPr>
          <p:spPr bwMode="auto">
            <a:xfrm>
              <a:off x="6213475" y="2489201"/>
              <a:ext cx="6350" cy="4763"/>
            </a:xfrm>
            <a:custGeom>
              <a:avLst/>
              <a:gdLst>
                <a:gd name="T0" fmla="*/ 0 w 9"/>
                <a:gd name="T1" fmla="*/ 4 h 5"/>
                <a:gd name="T2" fmla="*/ 0 w 9"/>
                <a:gd name="T3" fmla="*/ 4 h 5"/>
                <a:gd name="T4" fmla="*/ 1 w 9"/>
                <a:gd name="T5" fmla="*/ 2 h 5"/>
                <a:gd name="T6" fmla="*/ 3 w 9"/>
                <a:gd name="T7" fmla="*/ 0 h 5"/>
                <a:gd name="T8" fmla="*/ 3 w 9"/>
                <a:gd name="T9" fmla="*/ 0 h 5"/>
                <a:gd name="T10" fmla="*/ 7 w 9"/>
                <a:gd name="T11" fmla="*/ 2 h 5"/>
                <a:gd name="T12" fmla="*/ 9 w 9"/>
                <a:gd name="T13" fmla="*/ 4 h 5"/>
                <a:gd name="T14" fmla="*/ 9 w 9"/>
                <a:gd name="T15" fmla="*/ 4 h 5"/>
                <a:gd name="T16" fmla="*/ 7 w 9"/>
                <a:gd name="T17" fmla="*/ 5 h 5"/>
                <a:gd name="T18" fmla="*/ 3 w 9"/>
                <a:gd name="T19" fmla="*/ 5 h 5"/>
                <a:gd name="T20" fmla="*/ 3 w 9"/>
                <a:gd name="T21" fmla="*/ 5 h 5"/>
                <a:gd name="T22" fmla="*/ 1 w 9"/>
                <a:gd name="T23" fmla="*/ 5 h 5"/>
                <a:gd name="T24" fmla="*/ 0 w 9"/>
                <a:gd name="T25" fmla="*/ 4 h 5"/>
                <a:gd name="T26" fmla="*/ 0 w 9"/>
                <a:gd name="T27"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5">
                  <a:moveTo>
                    <a:pt x="0" y="4"/>
                  </a:moveTo>
                  <a:lnTo>
                    <a:pt x="0" y="4"/>
                  </a:lnTo>
                  <a:lnTo>
                    <a:pt x="1" y="2"/>
                  </a:lnTo>
                  <a:lnTo>
                    <a:pt x="3" y="0"/>
                  </a:lnTo>
                  <a:lnTo>
                    <a:pt x="3" y="0"/>
                  </a:lnTo>
                  <a:lnTo>
                    <a:pt x="7" y="2"/>
                  </a:lnTo>
                  <a:lnTo>
                    <a:pt x="9" y="4"/>
                  </a:lnTo>
                  <a:lnTo>
                    <a:pt x="9" y="4"/>
                  </a:lnTo>
                  <a:lnTo>
                    <a:pt x="7" y="5"/>
                  </a:lnTo>
                  <a:lnTo>
                    <a:pt x="3" y="5"/>
                  </a:lnTo>
                  <a:lnTo>
                    <a:pt x="3" y="5"/>
                  </a:lnTo>
                  <a:lnTo>
                    <a:pt x="1" y="5"/>
                  </a:lnTo>
                  <a:lnTo>
                    <a:pt x="0" y="4"/>
                  </a:lnTo>
                  <a:lnTo>
                    <a:pt x="0" y="4"/>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Rectangle 779"/>
            <p:cNvSpPr>
              <a:spLocks noChangeArrowheads="1"/>
            </p:cNvSpPr>
            <p:nvPr/>
          </p:nvSpPr>
          <p:spPr bwMode="auto">
            <a:xfrm>
              <a:off x="6129337" y="2511426"/>
              <a:ext cx="100013" cy="269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Rectangle 780"/>
            <p:cNvSpPr>
              <a:spLocks noChangeArrowheads="1"/>
            </p:cNvSpPr>
            <p:nvPr/>
          </p:nvSpPr>
          <p:spPr bwMode="auto">
            <a:xfrm>
              <a:off x="6132512" y="2514601"/>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Rectangle 781"/>
            <p:cNvSpPr>
              <a:spLocks noChangeArrowheads="1"/>
            </p:cNvSpPr>
            <p:nvPr/>
          </p:nvSpPr>
          <p:spPr bwMode="auto">
            <a:xfrm>
              <a:off x="6138862" y="2514601"/>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Rectangle 782"/>
            <p:cNvSpPr>
              <a:spLocks noChangeArrowheads="1"/>
            </p:cNvSpPr>
            <p:nvPr/>
          </p:nvSpPr>
          <p:spPr bwMode="auto">
            <a:xfrm>
              <a:off x="6145212" y="2514601"/>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783"/>
            <p:cNvSpPr>
              <a:spLocks noChangeArrowheads="1"/>
            </p:cNvSpPr>
            <p:nvPr/>
          </p:nvSpPr>
          <p:spPr bwMode="auto">
            <a:xfrm>
              <a:off x="6149975" y="2514601"/>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Rectangle 784"/>
            <p:cNvSpPr>
              <a:spLocks noChangeArrowheads="1"/>
            </p:cNvSpPr>
            <p:nvPr/>
          </p:nvSpPr>
          <p:spPr bwMode="auto">
            <a:xfrm>
              <a:off x="6156325" y="2514601"/>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785"/>
            <p:cNvSpPr>
              <a:spLocks noChangeArrowheads="1"/>
            </p:cNvSpPr>
            <p:nvPr/>
          </p:nvSpPr>
          <p:spPr bwMode="auto">
            <a:xfrm>
              <a:off x="6161087" y="2514601"/>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786"/>
            <p:cNvSpPr>
              <a:spLocks/>
            </p:cNvSpPr>
            <p:nvPr/>
          </p:nvSpPr>
          <p:spPr bwMode="auto">
            <a:xfrm>
              <a:off x="6213475" y="2520951"/>
              <a:ext cx="6350" cy="6350"/>
            </a:xfrm>
            <a:custGeom>
              <a:avLst/>
              <a:gdLst>
                <a:gd name="T0" fmla="*/ 0 w 9"/>
                <a:gd name="T1" fmla="*/ 6 h 9"/>
                <a:gd name="T2" fmla="*/ 0 w 9"/>
                <a:gd name="T3" fmla="*/ 6 h 9"/>
                <a:gd name="T4" fmla="*/ 1 w 9"/>
                <a:gd name="T5" fmla="*/ 2 h 9"/>
                <a:gd name="T6" fmla="*/ 3 w 9"/>
                <a:gd name="T7" fmla="*/ 0 h 9"/>
                <a:gd name="T8" fmla="*/ 3 w 9"/>
                <a:gd name="T9" fmla="*/ 0 h 9"/>
                <a:gd name="T10" fmla="*/ 7 w 9"/>
                <a:gd name="T11" fmla="*/ 2 h 9"/>
                <a:gd name="T12" fmla="*/ 9 w 9"/>
                <a:gd name="T13" fmla="*/ 6 h 9"/>
                <a:gd name="T14" fmla="*/ 9 w 9"/>
                <a:gd name="T15" fmla="*/ 6 h 9"/>
                <a:gd name="T16" fmla="*/ 7 w 9"/>
                <a:gd name="T17" fmla="*/ 8 h 9"/>
                <a:gd name="T18" fmla="*/ 3 w 9"/>
                <a:gd name="T19" fmla="*/ 9 h 9"/>
                <a:gd name="T20" fmla="*/ 3 w 9"/>
                <a:gd name="T21" fmla="*/ 9 h 9"/>
                <a:gd name="T22" fmla="*/ 1 w 9"/>
                <a:gd name="T23" fmla="*/ 8 h 9"/>
                <a:gd name="T24" fmla="*/ 0 w 9"/>
                <a:gd name="T25" fmla="*/ 6 h 9"/>
                <a:gd name="T26" fmla="*/ 0 w 9"/>
                <a:gd name="T27" fmla="*/ 6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9">
                  <a:moveTo>
                    <a:pt x="0" y="6"/>
                  </a:moveTo>
                  <a:lnTo>
                    <a:pt x="0" y="6"/>
                  </a:lnTo>
                  <a:lnTo>
                    <a:pt x="1" y="2"/>
                  </a:lnTo>
                  <a:lnTo>
                    <a:pt x="3" y="0"/>
                  </a:lnTo>
                  <a:lnTo>
                    <a:pt x="3" y="0"/>
                  </a:lnTo>
                  <a:lnTo>
                    <a:pt x="7" y="2"/>
                  </a:lnTo>
                  <a:lnTo>
                    <a:pt x="9" y="6"/>
                  </a:lnTo>
                  <a:lnTo>
                    <a:pt x="9" y="6"/>
                  </a:lnTo>
                  <a:lnTo>
                    <a:pt x="7" y="8"/>
                  </a:lnTo>
                  <a:lnTo>
                    <a:pt x="3" y="9"/>
                  </a:lnTo>
                  <a:lnTo>
                    <a:pt x="3" y="9"/>
                  </a:lnTo>
                  <a:lnTo>
                    <a:pt x="1" y="8"/>
                  </a:lnTo>
                  <a:lnTo>
                    <a:pt x="0" y="6"/>
                  </a:lnTo>
                  <a:lnTo>
                    <a:pt x="0" y="6"/>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787"/>
            <p:cNvSpPr>
              <a:spLocks noChangeArrowheads="1"/>
            </p:cNvSpPr>
            <p:nvPr/>
          </p:nvSpPr>
          <p:spPr bwMode="auto">
            <a:xfrm>
              <a:off x="6129337" y="2544763"/>
              <a:ext cx="100013" cy="23813"/>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788"/>
            <p:cNvSpPr>
              <a:spLocks noChangeArrowheads="1"/>
            </p:cNvSpPr>
            <p:nvPr/>
          </p:nvSpPr>
          <p:spPr bwMode="auto">
            <a:xfrm>
              <a:off x="6132512" y="25479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789"/>
            <p:cNvSpPr>
              <a:spLocks noChangeArrowheads="1"/>
            </p:cNvSpPr>
            <p:nvPr/>
          </p:nvSpPr>
          <p:spPr bwMode="auto">
            <a:xfrm>
              <a:off x="6138862" y="25479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790"/>
            <p:cNvSpPr>
              <a:spLocks noChangeArrowheads="1"/>
            </p:cNvSpPr>
            <p:nvPr/>
          </p:nvSpPr>
          <p:spPr bwMode="auto">
            <a:xfrm>
              <a:off x="6145212" y="25479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Rectangle 791"/>
            <p:cNvSpPr>
              <a:spLocks noChangeArrowheads="1"/>
            </p:cNvSpPr>
            <p:nvPr/>
          </p:nvSpPr>
          <p:spPr bwMode="auto">
            <a:xfrm>
              <a:off x="6149975" y="25479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Rectangle 792"/>
            <p:cNvSpPr>
              <a:spLocks noChangeArrowheads="1"/>
            </p:cNvSpPr>
            <p:nvPr/>
          </p:nvSpPr>
          <p:spPr bwMode="auto">
            <a:xfrm>
              <a:off x="6156325" y="25479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793"/>
            <p:cNvSpPr>
              <a:spLocks noChangeArrowheads="1"/>
            </p:cNvSpPr>
            <p:nvPr/>
          </p:nvSpPr>
          <p:spPr bwMode="auto">
            <a:xfrm>
              <a:off x="6161087" y="25479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794"/>
            <p:cNvSpPr>
              <a:spLocks/>
            </p:cNvSpPr>
            <p:nvPr/>
          </p:nvSpPr>
          <p:spPr bwMode="auto">
            <a:xfrm>
              <a:off x="6213475" y="2554288"/>
              <a:ext cx="6350" cy="6350"/>
            </a:xfrm>
            <a:custGeom>
              <a:avLst/>
              <a:gdLst>
                <a:gd name="T0" fmla="*/ 0 w 9"/>
                <a:gd name="T1" fmla="*/ 3 h 7"/>
                <a:gd name="T2" fmla="*/ 0 w 9"/>
                <a:gd name="T3" fmla="*/ 3 h 7"/>
                <a:gd name="T4" fmla="*/ 1 w 9"/>
                <a:gd name="T5" fmla="*/ 0 h 7"/>
                <a:gd name="T6" fmla="*/ 3 w 9"/>
                <a:gd name="T7" fmla="*/ 0 h 7"/>
                <a:gd name="T8" fmla="*/ 3 w 9"/>
                <a:gd name="T9" fmla="*/ 0 h 7"/>
                <a:gd name="T10" fmla="*/ 7 w 9"/>
                <a:gd name="T11" fmla="*/ 0 h 7"/>
                <a:gd name="T12" fmla="*/ 9 w 9"/>
                <a:gd name="T13" fmla="*/ 3 h 7"/>
                <a:gd name="T14" fmla="*/ 9 w 9"/>
                <a:gd name="T15" fmla="*/ 3 h 7"/>
                <a:gd name="T16" fmla="*/ 7 w 9"/>
                <a:gd name="T17" fmla="*/ 5 h 7"/>
                <a:gd name="T18" fmla="*/ 3 w 9"/>
                <a:gd name="T19" fmla="*/ 7 h 7"/>
                <a:gd name="T20" fmla="*/ 3 w 9"/>
                <a:gd name="T21" fmla="*/ 7 h 7"/>
                <a:gd name="T22" fmla="*/ 1 w 9"/>
                <a:gd name="T23" fmla="*/ 5 h 7"/>
                <a:gd name="T24" fmla="*/ 0 w 9"/>
                <a:gd name="T25" fmla="*/ 3 h 7"/>
                <a:gd name="T26" fmla="*/ 0 w 9"/>
                <a:gd name="T27"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3"/>
                  </a:moveTo>
                  <a:lnTo>
                    <a:pt x="0" y="3"/>
                  </a:lnTo>
                  <a:lnTo>
                    <a:pt x="1" y="0"/>
                  </a:lnTo>
                  <a:lnTo>
                    <a:pt x="3" y="0"/>
                  </a:lnTo>
                  <a:lnTo>
                    <a:pt x="3" y="0"/>
                  </a:lnTo>
                  <a:lnTo>
                    <a:pt x="7" y="0"/>
                  </a:lnTo>
                  <a:lnTo>
                    <a:pt x="9" y="3"/>
                  </a:lnTo>
                  <a:lnTo>
                    <a:pt x="9" y="3"/>
                  </a:lnTo>
                  <a:lnTo>
                    <a:pt x="7" y="5"/>
                  </a:lnTo>
                  <a:lnTo>
                    <a:pt x="3" y="7"/>
                  </a:lnTo>
                  <a:lnTo>
                    <a:pt x="3" y="7"/>
                  </a:lnTo>
                  <a:lnTo>
                    <a:pt x="1" y="5"/>
                  </a:lnTo>
                  <a:lnTo>
                    <a:pt x="0" y="3"/>
                  </a:lnTo>
                  <a:lnTo>
                    <a:pt x="0" y="3"/>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795"/>
            <p:cNvSpPr>
              <a:spLocks noChangeArrowheads="1"/>
            </p:cNvSpPr>
            <p:nvPr/>
          </p:nvSpPr>
          <p:spPr bwMode="auto">
            <a:xfrm>
              <a:off x="6108700" y="2325688"/>
              <a:ext cx="138113" cy="290513"/>
            </a:xfrm>
            <a:prstGeom prst="rect">
              <a:avLst/>
            </a:prstGeom>
            <a:solidFill>
              <a:srgbClr val="6821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Rectangle 796"/>
            <p:cNvSpPr>
              <a:spLocks noChangeArrowheads="1"/>
            </p:cNvSpPr>
            <p:nvPr/>
          </p:nvSpPr>
          <p:spPr bwMode="auto">
            <a:xfrm>
              <a:off x="6122987" y="2339976"/>
              <a:ext cx="112713" cy="252413"/>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Rectangle 797"/>
            <p:cNvSpPr>
              <a:spLocks noChangeArrowheads="1"/>
            </p:cNvSpPr>
            <p:nvPr/>
          </p:nvSpPr>
          <p:spPr bwMode="auto">
            <a:xfrm>
              <a:off x="6129337" y="2347913"/>
              <a:ext cx="100013" cy="269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798"/>
            <p:cNvSpPr>
              <a:spLocks noChangeArrowheads="1"/>
            </p:cNvSpPr>
            <p:nvPr/>
          </p:nvSpPr>
          <p:spPr bwMode="auto">
            <a:xfrm>
              <a:off x="6132512" y="2352676"/>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Rectangle 799"/>
            <p:cNvSpPr>
              <a:spLocks noChangeArrowheads="1"/>
            </p:cNvSpPr>
            <p:nvPr/>
          </p:nvSpPr>
          <p:spPr bwMode="auto">
            <a:xfrm>
              <a:off x="6138862" y="2352676"/>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800"/>
            <p:cNvSpPr>
              <a:spLocks noChangeArrowheads="1"/>
            </p:cNvSpPr>
            <p:nvPr/>
          </p:nvSpPr>
          <p:spPr bwMode="auto">
            <a:xfrm>
              <a:off x="6145212" y="2352676"/>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Rectangle 801"/>
            <p:cNvSpPr>
              <a:spLocks noChangeArrowheads="1"/>
            </p:cNvSpPr>
            <p:nvPr/>
          </p:nvSpPr>
          <p:spPr bwMode="auto">
            <a:xfrm>
              <a:off x="6149975" y="2352676"/>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Rectangle 802"/>
            <p:cNvSpPr>
              <a:spLocks noChangeArrowheads="1"/>
            </p:cNvSpPr>
            <p:nvPr/>
          </p:nvSpPr>
          <p:spPr bwMode="auto">
            <a:xfrm>
              <a:off x="6156325" y="2352676"/>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Rectangle 803"/>
            <p:cNvSpPr>
              <a:spLocks noChangeArrowheads="1"/>
            </p:cNvSpPr>
            <p:nvPr/>
          </p:nvSpPr>
          <p:spPr bwMode="auto">
            <a:xfrm>
              <a:off x="6161087" y="2352676"/>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804"/>
            <p:cNvSpPr>
              <a:spLocks/>
            </p:cNvSpPr>
            <p:nvPr/>
          </p:nvSpPr>
          <p:spPr bwMode="auto">
            <a:xfrm>
              <a:off x="6213475" y="2357438"/>
              <a:ext cx="6350" cy="7938"/>
            </a:xfrm>
            <a:custGeom>
              <a:avLst/>
              <a:gdLst>
                <a:gd name="T0" fmla="*/ 0 w 9"/>
                <a:gd name="T1" fmla="*/ 5 h 9"/>
                <a:gd name="T2" fmla="*/ 0 w 9"/>
                <a:gd name="T3" fmla="*/ 5 h 9"/>
                <a:gd name="T4" fmla="*/ 1 w 9"/>
                <a:gd name="T5" fmla="*/ 1 h 9"/>
                <a:gd name="T6" fmla="*/ 3 w 9"/>
                <a:gd name="T7" fmla="*/ 0 h 9"/>
                <a:gd name="T8" fmla="*/ 3 w 9"/>
                <a:gd name="T9" fmla="*/ 0 h 9"/>
                <a:gd name="T10" fmla="*/ 7 w 9"/>
                <a:gd name="T11" fmla="*/ 1 h 9"/>
                <a:gd name="T12" fmla="*/ 9 w 9"/>
                <a:gd name="T13" fmla="*/ 5 h 9"/>
                <a:gd name="T14" fmla="*/ 9 w 9"/>
                <a:gd name="T15" fmla="*/ 5 h 9"/>
                <a:gd name="T16" fmla="*/ 7 w 9"/>
                <a:gd name="T17" fmla="*/ 7 h 9"/>
                <a:gd name="T18" fmla="*/ 3 w 9"/>
                <a:gd name="T19" fmla="*/ 9 h 9"/>
                <a:gd name="T20" fmla="*/ 3 w 9"/>
                <a:gd name="T21" fmla="*/ 9 h 9"/>
                <a:gd name="T22" fmla="*/ 1 w 9"/>
                <a:gd name="T23" fmla="*/ 7 h 9"/>
                <a:gd name="T24" fmla="*/ 0 w 9"/>
                <a:gd name="T25" fmla="*/ 5 h 9"/>
                <a:gd name="T26" fmla="*/ 0 w 9"/>
                <a:gd name="T27"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9">
                  <a:moveTo>
                    <a:pt x="0" y="5"/>
                  </a:moveTo>
                  <a:lnTo>
                    <a:pt x="0" y="5"/>
                  </a:lnTo>
                  <a:lnTo>
                    <a:pt x="1" y="1"/>
                  </a:lnTo>
                  <a:lnTo>
                    <a:pt x="3" y="0"/>
                  </a:lnTo>
                  <a:lnTo>
                    <a:pt x="3" y="0"/>
                  </a:lnTo>
                  <a:lnTo>
                    <a:pt x="7" y="1"/>
                  </a:lnTo>
                  <a:lnTo>
                    <a:pt x="9" y="5"/>
                  </a:lnTo>
                  <a:lnTo>
                    <a:pt x="9" y="5"/>
                  </a:lnTo>
                  <a:lnTo>
                    <a:pt x="7" y="7"/>
                  </a:lnTo>
                  <a:lnTo>
                    <a:pt x="3" y="9"/>
                  </a:lnTo>
                  <a:lnTo>
                    <a:pt x="3" y="9"/>
                  </a:lnTo>
                  <a:lnTo>
                    <a:pt x="1" y="7"/>
                  </a:lnTo>
                  <a:lnTo>
                    <a:pt x="0" y="5"/>
                  </a:lnTo>
                  <a:lnTo>
                    <a:pt x="0" y="5"/>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Rectangle 805"/>
            <p:cNvSpPr>
              <a:spLocks noChangeArrowheads="1"/>
            </p:cNvSpPr>
            <p:nvPr/>
          </p:nvSpPr>
          <p:spPr bwMode="auto">
            <a:xfrm>
              <a:off x="6129337" y="2381251"/>
              <a:ext cx="100013" cy="2540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Rectangle 806"/>
            <p:cNvSpPr>
              <a:spLocks noChangeArrowheads="1"/>
            </p:cNvSpPr>
            <p:nvPr/>
          </p:nvSpPr>
          <p:spPr bwMode="auto">
            <a:xfrm>
              <a:off x="6132512" y="23828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Rectangle 807"/>
            <p:cNvSpPr>
              <a:spLocks noChangeArrowheads="1"/>
            </p:cNvSpPr>
            <p:nvPr/>
          </p:nvSpPr>
          <p:spPr bwMode="auto">
            <a:xfrm>
              <a:off x="6138862" y="23828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809"/>
            <p:cNvSpPr>
              <a:spLocks noChangeArrowheads="1"/>
            </p:cNvSpPr>
            <p:nvPr/>
          </p:nvSpPr>
          <p:spPr bwMode="auto">
            <a:xfrm>
              <a:off x="6145212" y="23828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Rectangle 810"/>
            <p:cNvSpPr>
              <a:spLocks noChangeArrowheads="1"/>
            </p:cNvSpPr>
            <p:nvPr/>
          </p:nvSpPr>
          <p:spPr bwMode="auto">
            <a:xfrm>
              <a:off x="6149975" y="23828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Rectangle 811"/>
            <p:cNvSpPr>
              <a:spLocks noChangeArrowheads="1"/>
            </p:cNvSpPr>
            <p:nvPr/>
          </p:nvSpPr>
          <p:spPr bwMode="auto">
            <a:xfrm>
              <a:off x="6156325" y="23828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Rectangle 812"/>
            <p:cNvSpPr>
              <a:spLocks noChangeArrowheads="1"/>
            </p:cNvSpPr>
            <p:nvPr/>
          </p:nvSpPr>
          <p:spPr bwMode="auto">
            <a:xfrm>
              <a:off x="6161087" y="23828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813"/>
            <p:cNvSpPr>
              <a:spLocks/>
            </p:cNvSpPr>
            <p:nvPr/>
          </p:nvSpPr>
          <p:spPr bwMode="auto">
            <a:xfrm>
              <a:off x="6213475" y="2390775"/>
              <a:ext cx="6350" cy="6350"/>
            </a:xfrm>
            <a:custGeom>
              <a:avLst/>
              <a:gdLst>
                <a:gd name="T0" fmla="*/ 0 w 9"/>
                <a:gd name="T1" fmla="*/ 3 h 7"/>
                <a:gd name="T2" fmla="*/ 0 w 9"/>
                <a:gd name="T3" fmla="*/ 3 h 7"/>
                <a:gd name="T4" fmla="*/ 1 w 9"/>
                <a:gd name="T5" fmla="*/ 2 h 7"/>
                <a:gd name="T6" fmla="*/ 3 w 9"/>
                <a:gd name="T7" fmla="*/ 0 h 7"/>
                <a:gd name="T8" fmla="*/ 3 w 9"/>
                <a:gd name="T9" fmla="*/ 0 h 7"/>
                <a:gd name="T10" fmla="*/ 7 w 9"/>
                <a:gd name="T11" fmla="*/ 2 h 7"/>
                <a:gd name="T12" fmla="*/ 9 w 9"/>
                <a:gd name="T13" fmla="*/ 3 h 7"/>
                <a:gd name="T14" fmla="*/ 9 w 9"/>
                <a:gd name="T15" fmla="*/ 3 h 7"/>
                <a:gd name="T16" fmla="*/ 7 w 9"/>
                <a:gd name="T17" fmla="*/ 7 h 7"/>
                <a:gd name="T18" fmla="*/ 3 w 9"/>
                <a:gd name="T19" fmla="*/ 7 h 7"/>
                <a:gd name="T20" fmla="*/ 3 w 9"/>
                <a:gd name="T21" fmla="*/ 7 h 7"/>
                <a:gd name="T22" fmla="*/ 1 w 9"/>
                <a:gd name="T23" fmla="*/ 7 h 7"/>
                <a:gd name="T24" fmla="*/ 0 w 9"/>
                <a:gd name="T25" fmla="*/ 3 h 7"/>
                <a:gd name="T26" fmla="*/ 0 w 9"/>
                <a:gd name="T27"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3"/>
                  </a:moveTo>
                  <a:lnTo>
                    <a:pt x="0" y="3"/>
                  </a:lnTo>
                  <a:lnTo>
                    <a:pt x="1" y="2"/>
                  </a:lnTo>
                  <a:lnTo>
                    <a:pt x="3" y="0"/>
                  </a:lnTo>
                  <a:lnTo>
                    <a:pt x="3" y="0"/>
                  </a:lnTo>
                  <a:lnTo>
                    <a:pt x="7" y="2"/>
                  </a:lnTo>
                  <a:lnTo>
                    <a:pt x="9" y="3"/>
                  </a:lnTo>
                  <a:lnTo>
                    <a:pt x="9" y="3"/>
                  </a:lnTo>
                  <a:lnTo>
                    <a:pt x="7" y="7"/>
                  </a:lnTo>
                  <a:lnTo>
                    <a:pt x="3" y="7"/>
                  </a:lnTo>
                  <a:lnTo>
                    <a:pt x="3" y="7"/>
                  </a:lnTo>
                  <a:lnTo>
                    <a:pt x="1" y="7"/>
                  </a:lnTo>
                  <a:lnTo>
                    <a:pt x="0" y="3"/>
                  </a:lnTo>
                  <a:lnTo>
                    <a:pt x="0" y="3"/>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814"/>
            <p:cNvSpPr>
              <a:spLocks noChangeArrowheads="1"/>
            </p:cNvSpPr>
            <p:nvPr/>
          </p:nvSpPr>
          <p:spPr bwMode="auto">
            <a:xfrm>
              <a:off x="6129337" y="2413000"/>
              <a:ext cx="100013" cy="269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Rectangle 815"/>
            <p:cNvSpPr>
              <a:spLocks noChangeArrowheads="1"/>
            </p:cNvSpPr>
            <p:nvPr/>
          </p:nvSpPr>
          <p:spPr bwMode="auto">
            <a:xfrm>
              <a:off x="6132512" y="2417763"/>
              <a:ext cx="1588"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Rectangle 816"/>
            <p:cNvSpPr>
              <a:spLocks noChangeArrowheads="1"/>
            </p:cNvSpPr>
            <p:nvPr/>
          </p:nvSpPr>
          <p:spPr bwMode="auto">
            <a:xfrm>
              <a:off x="6138862" y="2417763"/>
              <a:ext cx="3175"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Rectangle 817"/>
            <p:cNvSpPr>
              <a:spLocks noChangeArrowheads="1"/>
            </p:cNvSpPr>
            <p:nvPr/>
          </p:nvSpPr>
          <p:spPr bwMode="auto">
            <a:xfrm>
              <a:off x="6145212" y="2417763"/>
              <a:ext cx="1588"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Rectangle 818"/>
            <p:cNvSpPr>
              <a:spLocks noChangeArrowheads="1"/>
            </p:cNvSpPr>
            <p:nvPr/>
          </p:nvSpPr>
          <p:spPr bwMode="auto">
            <a:xfrm>
              <a:off x="6149975" y="2417763"/>
              <a:ext cx="3175"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Rectangle 819"/>
            <p:cNvSpPr>
              <a:spLocks noChangeArrowheads="1"/>
            </p:cNvSpPr>
            <p:nvPr/>
          </p:nvSpPr>
          <p:spPr bwMode="auto">
            <a:xfrm>
              <a:off x="6156325" y="2417763"/>
              <a:ext cx="3175"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Rectangle 820"/>
            <p:cNvSpPr>
              <a:spLocks noChangeArrowheads="1"/>
            </p:cNvSpPr>
            <p:nvPr/>
          </p:nvSpPr>
          <p:spPr bwMode="auto">
            <a:xfrm>
              <a:off x="6161087" y="2417763"/>
              <a:ext cx="1588"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821"/>
            <p:cNvSpPr>
              <a:spLocks/>
            </p:cNvSpPr>
            <p:nvPr/>
          </p:nvSpPr>
          <p:spPr bwMode="auto">
            <a:xfrm>
              <a:off x="6213475" y="2424113"/>
              <a:ext cx="6350" cy="4763"/>
            </a:xfrm>
            <a:custGeom>
              <a:avLst/>
              <a:gdLst>
                <a:gd name="T0" fmla="*/ 0 w 9"/>
                <a:gd name="T1" fmla="*/ 4 h 7"/>
                <a:gd name="T2" fmla="*/ 0 w 9"/>
                <a:gd name="T3" fmla="*/ 4 h 7"/>
                <a:gd name="T4" fmla="*/ 1 w 9"/>
                <a:gd name="T5" fmla="*/ 0 h 7"/>
                <a:gd name="T6" fmla="*/ 3 w 9"/>
                <a:gd name="T7" fmla="*/ 0 h 7"/>
                <a:gd name="T8" fmla="*/ 3 w 9"/>
                <a:gd name="T9" fmla="*/ 0 h 7"/>
                <a:gd name="T10" fmla="*/ 7 w 9"/>
                <a:gd name="T11" fmla="*/ 0 h 7"/>
                <a:gd name="T12" fmla="*/ 9 w 9"/>
                <a:gd name="T13" fmla="*/ 4 h 7"/>
                <a:gd name="T14" fmla="*/ 9 w 9"/>
                <a:gd name="T15" fmla="*/ 4 h 7"/>
                <a:gd name="T16" fmla="*/ 7 w 9"/>
                <a:gd name="T17" fmla="*/ 7 h 7"/>
                <a:gd name="T18" fmla="*/ 3 w 9"/>
                <a:gd name="T19" fmla="*/ 7 h 7"/>
                <a:gd name="T20" fmla="*/ 3 w 9"/>
                <a:gd name="T21" fmla="*/ 7 h 7"/>
                <a:gd name="T22" fmla="*/ 1 w 9"/>
                <a:gd name="T23" fmla="*/ 7 h 7"/>
                <a:gd name="T24" fmla="*/ 0 w 9"/>
                <a:gd name="T25" fmla="*/ 4 h 7"/>
                <a:gd name="T26" fmla="*/ 0 w 9"/>
                <a:gd name="T27" fmla="*/ 4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4"/>
                  </a:moveTo>
                  <a:lnTo>
                    <a:pt x="0" y="4"/>
                  </a:lnTo>
                  <a:lnTo>
                    <a:pt x="1" y="0"/>
                  </a:lnTo>
                  <a:lnTo>
                    <a:pt x="3" y="0"/>
                  </a:lnTo>
                  <a:lnTo>
                    <a:pt x="3" y="0"/>
                  </a:lnTo>
                  <a:lnTo>
                    <a:pt x="7" y="0"/>
                  </a:lnTo>
                  <a:lnTo>
                    <a:pt x="9" y="4"/>
                  </a:lnTo>
                  <a:lnTo>
                    <a:pt x="9" y="4"/>
                  </a:lnTo>
                  <a:lnTo>
                    <a:pt x="7" y="7"/>
                  </a:lnTo>
                  <a:lnTo>
                    <a:pt x="3" y="7"/>
                  </a:lnTo>
                  <a:lnTo>
                    <a:pt x="3" y="7"/>
                  </a:lnTo>
                  <a:lnTo>
                    <a:pt x="1" y="7"/>
                  </a:lnTo>
                  <a:lnTo>
                    <a:pt x="0" y="4"/>
                  </a:lnTo>
                  <a:lnTo>
                    <a:pt x="0" y="4"/>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Rectangle 822"/>
            <p:cNvSpPr>
              <a:spLocks noChangeArrowheads="1"/>
            </p:cNvSpPr>
            <p:nvPr/>
          </p:nvSpPr>
          <p:spPr bwMode="auto">
            <a:xfrm>
              <a:off x="6129337" y="2446338"/>
              <a:ext cx="100013" cy="2540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Rectangle 823"/>
            <p:cNvSpPr>
              <a:spLocks noChangeArrowheads="1"/>
            </p:cNvSpPr>
            <p:nvPr/>
          </p:nvSpPr>
          <p:spPr bwMode="auto">
            <a:xfrm>
              <a:off x="6132512" y="2451100"/>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Rectangle 824"/>
            <p:cNvSpPr>
              <a:spLocks noChangeArrowheads="1"/>
            </p:cNvSpPr>
            <p:nvPr/>
          </p:nvSpPr>
          <p:spPr bwMode="auto">
            <a:xfrm>
              <a:off x="6138862" y="2451100"/>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Rectangle 825"/>
            <p:cNvSpPr>
              <a:spLocks noChangeArrowheads="1"/>
            </p:cNvSpPr>
            <p:nvPr/>
          </p:nvSpPr>
          <p:spPr bwMode="auto">
            <a:xfrm>
              <a:off x="6145212" y="2451100"/>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826"/>
            <p:cNvSpPr>
              <a:spLocks noChangeArrowheads="1"/>
            </p:cNvSpPr>
            <p:nvPr/>
          </p:nvSpPr>
          <p:spPr bwMode="auto">
            <a:xfrm>
              <a:off x="6149975" y="2451100"/>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Rectangle 827"/>
            <p:cNvSpPr>
              <a:spLocks noChangeArrowheads="1"/>
            </p:cNvSpPr>
            <p:nvPr/>
          </p:nvSpPr>
          <p:spPr bwMode="auto">
            <a:xfrm>
              <a:off x="6156325" y="2451100"/>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Rectangle 828"/>
            <p:cNvSpPr>
              <a:spLocks noChangeArrowheads="1"/>
            </p:cNvSpPr>
            <p:nvPr/>
          </p:nvSpPr>
          <p:spPr bwMode="auto">
            <a:xfrm>
              <a:off x="6161087" y="2451100"/>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829"/>
            <p:cNvSpPr>
              <a:spLocks/>
            </p:cNvSpPr>
            <p:nvPr/>
          </p:nvSpPr>
          <p:spPr bwMode="auto">
            <a:xfrm>
              <a:off x="6213475" y="2455863"/>
              <a:ext cx="6350" cy="6350"/>
            </a:xfrm>
            <a:custGeom>
              <a:avLst/>
              <a:gdLst>
                <a:gd name="T0" fmla="*/ 0 w 9"/>
                <a:gd name="T1" fmla="*/ 3 h 7"/>
                <a:gd name="T2" fmla="*/ 0 w 9"/>
                <a:gd name="T3" fmla="*/ 3 h 7"/>
                <a:gd name="T4" fmla="*/ 1 w 9"/>
                <a:gd name="T5" fmla="*/ 1 h 7"/>
                <a:gd name="T6" fmla="*/ 3 w 9"/>
                <a:gd name="T7" fmla="*/ 0 h 7"/>
                <a:gd name="T8" fmla="*/ 3 w 9"/>
                <a:gd name="T9" fmla="*/ 0 h 7"/>
                <a:gd name="T10" fmla="*/ 7 w 9"/>
                <a:gd name="T11" fmla="*/ 1 h 7"/>
                <a:gd name="T12" fmla="*/ 9 w 9"/>
                <a:gd name="T13" fmla="*/ 3 h 7"/>
                <a:gd name="T14" fmla="*/ 9 w 9"/>
                <a:gd name="T15" fmla="*/ 3 h 7"/>
                <a:gd name="T16" fmla="*/ 7 w 9"/>
                <a:gd name="T17" fmla="*/ 7 h 7"/>
                <a:gd name="T18" fmla="*/ 3 w 9"/>
                <a:gd name="T19" fmla="*/ 7 h 7"/>
                <a:gd name="T20" fmla="*/ 3 w 9"/>
                <a:gd name="T21" fmla="*/ 7 h 7"/>
                <a:gd name="T22" fmla="*/ 1 w 9"/>
                <a:gd name="T23" fmla="*/ 7 h 7"/>
                <a:gd name="T24" fmla="*/ 0 w 9"/>
                <a:gd name="T25" fmla="*/ 3 h 7"/>
                <a:gd name="T26" fmla="*/ 0 w 9"/>
                <a:gd name="T27"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3"/>
                  </a:moveTo>
                  <a:lnTo>
                    <a:pt x="0" y="3"/>
                  </a:lnTo>
                  <a:lnTo>
                    <a:pt x="1" y="1"/>
                  </a:lnTo>
                  <a:lnTo>
                    <a:pt x="3" y="0"/>
                  </a:lnTo>
                  <a:lnTo>
                    <a:pt x="3" y="0"/>
                  </a:lnTo>
                  <a:lnTo>
                    <a:pt x="7" y="1"/>
                  </a:lnTo>
                  <a:lnTo>
                    <a:pt x="9" y="3"/>
                  </a:lnTo>
                  <a:lnTo>
                    <a:pt x="9" y="3"/>
                  </a:lnTo>
                  <a:lnTo>
                    <a:pt x="7" y="7"/>
                  </a:lnTo>
                  <a:lnTo>
                    <a:pt x="3" y="7"/>
                  </a:lnTo>
                  <a:lnTo>
                    <a:pt x="3" y="7"/>
                  </a:lnTo>
                  <a:lnTo>
                    <a:pt x="1" y="7"/>
                  </a:lnTo>
                  <a:lnTo>
                    <a:pt x="0" y="3"/>
                  </a:lnTo>
                  <a:lnTo>
                    <a:pt x="0" y="3"/>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Rectangle 830"/>
            <p:cNvSpPr>
              <a:spLocks noChangeArrowheads="1"/>
            </p:cNvSpPr>
            <p:nvPr/>
          </p:nvSpPr>
          <p:spPr bwMode="auto">
            <a:xfrm>
              <a:off x="6129337" y="2481263"/>
              <a:ext cx="100013" cy="23813"/>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831"/>
            <p:cNvSpPr>
              <a:spLocks noChangeArrowheads="1"/>
            </p:cNvSpPr>
            <p:nvPr/>
          </p:nvSpPr>
          <p:spPr bwMode="auto">
            <a:xfrm>
              <a:off x="6132512" y="2482850"/>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Rectangle 832"/>
            <p:cNvSpPr>
              <a:spLocks noChangeArrowheads="1"/>
            </p:cNvSpPr>
            <p:nvPr/>
          </p:nvSpPr>
          <p:spPr bwMode="auto">
            <a:xfrm>
              <a:off x="6138862" y="2482850"/>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Rectangle 833"/>
            <p:cNvSpPr>
              <a:spLocks noChangeArrowheads="1"/>
            </p:cNvSpPr>
            <p:nvPr/>
          </p:nvSpPr>
          <p:spPr bwMode="auto">
            <a:xfrm>
              <a:off x="6145212" y="2482850"/>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Rectangle 834"/>
            <p:cNvSpPr>
              <a:spLocks noChangeArrowheads="1"/>
            </p:cNvSpPr>
            <p:nvPr/>
          </p:nvSpPr>
          <p:spPr bwMode="auto">
            <a:xfrm>
              <a:off x="6149975" y="2482850"/>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Rectangle 835"/>
            <p:cNvSpPr>
              <a:spLocks noChangeArrowheads="1"/>
            </p:cNvSpPr>
            <p:nvPr/>
          </p:nvSpPr>
          <p:spPr bwMode="auto">
            <a:xfrm>
              <a:off x="6156325" y="2482850"/>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Rectangle 836"/>
            <p:cNvSpPr>
              <a:spLocks noChangeArrowheads="1"/>
            </p:cNvSpPr>
            <p:nvPr/>
          </p:nvSpPr>
          <p:spPr bwMode="auto">
            <a:xfrm>
              <a:off x="6161087" y="2482850"/>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837"/>
            <p:cNvSpPr>
              <a:spLocks/>
            </p:cNvSpPr>
            <p:nvPr/>
          </p:nvSpPr>
          <p:spPr bwMode="auto">
            <a:xfrm>
              <a:off x="6213475" y="2489200"/>
              <a:ext cx="6350" cy="4763"/>
            </a:xfrm>
            <a:custGeom>
              <a:avLst/>
              <a:gdLst>
                <a:gd name="T0" fmla="*/ 0 w 9"/>
                <a:gd name="T1" fmla="*/ 4 h 5"/>
                <a:gd name="T2" fmla="*/ 0 w 9"/>
                <a:gd name="T3" fmla="*/ 4 h 5"/>
                <a:gd name="T4" fmla="*/ 1 w 9"/>
                <a:gd name="T5" fmla="*/ 2 h 5"/>
                <a:gd name="T6" fmla="*/ 3 w 9"/>
                <a:gd name="T7" fmla="*/ 0 h 5"/>
                <a:gd name="T8" fmla="*/ 3 w 9"/>
                <a:gd name="T9" fmla="*/ 0 h 5"/>
                <a:gd name="T10" fmla="*/ 7 w 9"/>
                <a:gd name="T11" fmla="*/ 2 h 5"/>
                <a:gd name="T12" fmla="*/ 9 w 9"/>
                <a:gd name="T13" fmla="*/ 4 h 5"/>
                <a:gd name="T14" fmla="*/ 9 w 9"/>
                <a:gd name="T15" fmla="*/ 4 h 5"/>
                <a:gd name="T16" fmla="*/ 7 w 9"/>
                <a:gd name="T17" fmla="*/ 5 h 5"/>
                <a:gd name="T18" fmla="*/ 3 w 9"/>
                <a:gd name="T19" fmla="*/ 5 h 5"/>
                <a:gd name="T20" fmla="*/ 3 w 9"/>
                <a:gd name="T21" fmla="*/ 5 h 5"/>
                <a:gd name="T22" fmla="*/ 1 w 9"/>
                <a:gd name="T23" fmla="*/ 5 h 5"/>
                <a:gd name="T24" fmla="*/ 0 w 9"/>
                <a:gd name="T25" fmla="*/ 4 h 5"/>
                <a:gd name="T26" fmla="*/ 0 w 9"/>
                <a:gd name="T27"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5">
                  <a:moveTo>
                    <a:pt x="0" y="4"/>
                  </a:moveTo>
                  <a:lnTo>
                    <a:pt x="0" y="4"/>
                  </a:lnTo>
                  <a:lnTo>
                    <a:pt x="1" y="2"/>
                  </a:lnTo>
                  <a:lnTo>
                    <a:pt x="3" y="0"/>
                  </a:lnTo>
                  <a:lnTo>
                    <a:pt x="3" y="0"/>
                  </a:lnTo>
                  <a:lnTo>
                    <a:pt x="7" y="2"/>
                  </a:lnTo>
                  <a:lnTo>
                    <a:pt x="9" y="4"/>
                  </a:lnTo>
                  <a:lnTo>
                    <a:pt x="9" y="4"/>
                  </a:lnTo>
                  <a:lnTo>
                    <a:pt x="7" y="5"/>
                  </a:lnTo>
                  <a:lnTo>
                    <a:pt x="3" y="5"/>
                  </a:lnTo>
                  <a:lnTo>
                    <a:pt x="3" y="5"/>
                  </a:lnTo>
                  <a:lnTo>
                    <a:pt x="1" y="5"/>
                  </a:lnTo>
                  <a:lnTo>
                    <a:pt x="0" y="4"/>
                  </a:lnTo>
                  <a:lnTo>
                    <a:pt x="0" y="4"/>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Rectangle 838"/>
            <p:cNvSpPr>
              <a:spLocks noChangeArrowheads="1"/>
            </p:cNvSpPr>
            <p:nvPr/>
          </p:nvSpPr>
          <p:spPr bwMode="auto">
            <a:xfrm>
              <a:off x="6129337" y="2511425"/>
              <a:ext cx="100013" cy="269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Rectangle 839"/>
            <p:cNvSpPr>
              <a:spLocks noChangeArrowheads="1"/>
            </p:cNvSpPr>
            <p:nvPr/>
          </p:nvSpPr>
          <p:spPr bwMode="auto">
            <a:xfrm>
              <a:off x="6132512" y="2514600"/>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Rectangle 840"/>
            <p:cNvSpPr>
              <a:spLocks noChangeArrowheads="1"/>
            </p:cNvSpPr>
            <p:nvPr/>
          </p:nvSpPr>
          <p:spPr bwMode="auto">
            <a:xfrm>
              <a:off x="6138862" y="2514600"/>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Rectangle 841"/>
            <p:cNvSpPr>
              <a:spLocks noChangeArrowheads="1"/>
            </p:cNvSpPr>
            <p:nvPr/>
          </p:nvSpPr>
          <p:spPr bwMode="auto">
            <a:xfrm>
              <a:off x="6145212" y="2514600"/>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Rectangle 842"/>
            <p:cNvSpPr>
              <a:spLocks noChangeArrowheads="1"/>
            </p:cNvSpPr>
            <p:nvPr/>
          </p:nvSpPr>
          <p:spPr bwMode="auto">
            <a:xfrm>
              <a:off x="6149975" y="2514600"/>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Rectangle 843"/>
            <p:cNvSpPr>
              <a:spLocks noChangeArrowheads="1"/>
            </p:cNvSpPr>
            <p:nvPr/>
          </p:nvSpPr>
          <p:spPr bwMode="auto">
            <a:xfrm>
              <a:off x="6156325" y="2514600"/>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Rectangle 844"/>
            <p:cNvSpPr>
              <a:spLocks noChangeArrowheads="1"/>
            </p:cNvSpPr>
            <p:nvPr/>
          </p:nvSpPr>
          <p:spPr bwMode="auto">
            <a:xfrm>
              <a:off x="6161087" y="2514600"/>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845"/>
            <p:cNvSpPr>
              <a:spLocks/>
            </p:cNvSpPr>
            <p:nvPr/>
          </p:nvSpPr>
          <p:spPr bwMode="auto">
            <a:xfrm>
              <a:off x="6213475" y="2520950"/>
              <a:ext cx="6350" cy="6350"/>
            </a:xfrm>
            <a:custGeom>
              <a:avLst/>
              <a:gdLst>
                <a:gd name="T0" fmla="*/ 0 w 9"/>
                <a:gd name="T1" fmla="*/ 6 h 9"/>
                <a:gd name="T2" fmla="*/ 0 w 9"/>
                <a:gd name="T3" fmla="*/ 6 h 9"/>
                <a:gd name="T4" fmla="*/ 1 w 9"/>
                <a:gd name="T5" fmla="*/ 2 h 9"/>
                <a:gd name="T6" fmla="*/ 3 w 9"/>
                <a:gd name="T7" fmla="*/ 0 h 9"/>
                <a:gd name="T8" fmla="*/ 3 w 9"/>
                <a:gd name="T9" fmla="*/ 0 h 9"/>
                <a:gd name="T10" fmla="*/ 7 w 9"/>
                <a:gd name="T11" fmla="*/ 2 h 9"/>
                <a:gd name="T12" fmla="*/ 9 w 9"/>
                <a:gd name="T13" fmla="*/ 6 h 9"/>
                <a:gd name="T14" fmla="*/ 9 w 9"/>
                <a:gd name="T15" fmla="*/ 6 h 9"/>
                <a:gd name="T16" fmla="*/ 7 w 9"/>
                <a:gd name="T17" fmla="*/ 8 h 9"/>
                <a:gd name="T18" fmla="*/ 3 w 9"/>
                <a:gd name="T19" fmla="*/ 9 h 9"/>
                <a:gd name="T20" fmla="*/ 3 w 9"/>
                <a:gd name="T21" fmla="*/ 9 h 9"/>
                <a:gd name="T22" fmla="*/ 1 w 9"/>
                <a:gd name="T23" fmla="*/ 8 h 9"/>
                <a:gd name="T24" fmla="*/ 0 w 9"/>
                <a:gd name="T25" fmla="*/ 6 h 9"/>
                <a:gd name="T26" fmla="*/ 0 w 9"/>
                <a:gd name="T27" fmla="*/ 6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9">
                  <a:moveTo>
                    <a:pt x="0" y="6"/>
                  </a:moveTo>
                  <a:lnTo>
                    <a:pt x="0" y="6"/>
                  </a:lnTo>
                  <a:lnTo>
                    <a:pt x="1" y="2"/>
                  </a:lnTo>
                  <a:lnTo>
                    <a:pt x="3" y="0"/>
                  </a:lnTo>
                  <a:lnTo>
                    <a:pt x="3" y="0"/>
                  </a:lnTo>
                  <a:lnTo>
                    <a:pt x="7" y="2"/>
                  </a:lnTo>
                  <a:lnTo>
                    <a:pt x="9" y="6"/>
                  </a:lnTo>
                  <a:lnTo>
                    <a:pt x="9" y="6"/>
                  </a:lnTo>
                  <a:lnTo>
                    <a:pt x="7" y="8"/>
                  </a:lnTo>
                  <a:lnTo>
                    <a:pt x="3" y="9"/>
                  </a:lnTo>
                  <a:lnTo>
                    <a:pt x="3" y="9"/>
                  </a:lnTo>
                  <a:lnTo>
                    <a:pt x="1" y="8"/>
                  </a:lnTo>
                  <a:lnTo>
                    <a:pt x="0" y="6"/>
                  </a:lnTo>
                  <a:lnTo>
                    <a:pt x="0" y="6"/>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Rectangle 846"/>
            <p:cNvSpPr>
              <a:spLocks noChangeArrowheads="1"/>
            </p:cNvSpPr>
            <p:nvPr/>
          </p:nvSpPr>
          <p:spPr bwMode="auto">
            <a:xfrm>
              <a:off x="6129337" y="2544763"/>
              <a:ext cx="100013" cy="23813"/>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Rectangle 847"/>
            <p:cNvSpPr>
              <a:spLocks noChangeArrowheads="1"/>
            </p:cNvSpPr>
            <p:nvPr/>
          </p:nvSpPr>
          <p:spPr bwMode="auto">
            <a:xfrm>
              <a:off x="6132512" y="25479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Rectangle 848"/>
            <p:cNvSpPr>
              <a:spLocks noChangeArrowheads="1"/>
            </p:cNvSpPr>
            <p:nvPr/>
          </p:nvSpPr>
          <p:spPr bwMode="auto">
            <a:xfrm>
              <a:off x="6138862" y="25479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Rectangle 849"/>
            <p:cNvSpPr>
              <a:spLocks noChangeArrowheads="1"/>
            </p:cNvSpPr>
            <p:nvPr/>
          </p:nvSpPr>
          <p:spPr bwMode="auto">
            <a:xfrm>
              <a:off x="6145212" y="25479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Rectangle 850"/>
            <p:cNvSpPr>
              <a:spLocks noChangeArrowheads="1"/>
            </p:cNvSpPr>
            <p:nvPr/>
          </p:nvSpPr>
          <p:spPr bwMode="auto">
            <a:xfrm>
              <a:off x="6149975" y="25479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Rectangle 851"/>
            <p:cNvSpPr>
              <a:spLocks noChangeArrowheads="1"/>
            </p:cNvSpPr>
            <p:nvPr/>
          </p:nvSpPr>
          <p:spPr bwMode="auto">
            <a:xfrm>
              <a:off x="6156325" y="25479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Rectangle 852"/>
            <p:cNvSpPr>
              <a:spLocks noChangeArrowheads="1"/>
            </p:cNvSpPr>
            <p:nvPr/>
          </p:nvSpPr>
          <p:spPr bwMode="auto">
            <a:xfrm>
              <a:off x="6161087" y="25479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853"/>
            <p:cNvSpPr>
              <a:spLocks/>
            </p:cNvSpPr>
            <p:nvPr/>
          </p:nvSpPr>
          <p:spPr bwMode="auto">
            <a:xfrm>
              <a:off x="6213475" y="2554288"/>
              <a:ext cx="6350" cy="6350"/>
            </a:xfrm>
            <a:custGeom>
              <a:avLst/>
              <a:gdLst>
                <a:gd name="T0" fmla="*/ 0 w 9"/>
                <a:gd name="T1" fmla="*/ 3 h 7"/>
                <a:gd name="T2" fmla="*/ 0 w 9"/>
                <a:gd name="T3" fmla="*/ 3 h 7"/>
                <a:gd name="T4" fmla="*/ 1 w 9"/>
                <a:gd name="T5" fmla="*/ 0 h 7"/>
                <a:gd name="T6" fmla="*/ 3 w 9"/>
                <a:gd name="T7" fmla="*/ 0 h 7"/>
                <a:gd name="T8" fmla="*/ 3 w 9"/>
                <a:gd name="T9" fmla="*/ 0 h 7"/>
                <a:gd name="T10" fmla="*/ 7 w 9"/>
                <a:gd name="T11" fmla="*/ 0 h 7"/>
                <a:gd name="T12" fmla="*/ 9 w 9"/>
                <a:gd name="T13" fmla="*/ 3 h 7"/>
                <a:gd name="T14" fmla="*/ 9 w 9"/>
                <a:gd name="T15" fmla="*/ 3 h 7"/>
                <a:gd name="T16" fmla="*/ 7 w 9"/>
                <a:gd name="T17" fmla="*/ 5 h 7"/>
                <a:gd name="T18" fmla="*/ 3 w 9"/>
                <a:gd name="T19" fmla="*/ 7 h 7"/>
                <a:gd name="T20" fmla="*/ 3 w 9"/>
                <a:gd name="T21" fmla="*/ 7 h 7"/>
                <a:gd name="T22" fmla="*/ 1 w 9"/>
                <a:gd name="T23" fmla="*/ 5 h 7"/>
                <a:gd name="T24" fmla="*/ 0 w 9"/>
                <a:gd name="T25" fmla="*/ 3 h 7"/>
                <a:gd name="T26" fmla="*/ 0 w 9"/>
                <a:gd name="T27"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3"/>
                  </a:moveTo>
                  <a:lnTo>
                    <a:pt x="0" y="3"/>
                  </a:lnTo>
                  <a:lnTo>
                    <a:pt x="1" y="0"/>
                  </a:lnTo>
                  <a:lnTo>
                    <a:pt x="3" y="0"/>
                  </a:lnTo>
                  <a:lnTo>
                    <a:pt x="3" y="0"/>
                  </a:lnTo>
                  <a:lnTo>
                    <a:pt x="7" y="0"/>
                  </a:lnTo>
                  <a:lnTo>
                    <a:pt x="9" y="3"/>
                  </a:lnTo>
                  <a:lnTo>
                    <a:pt x="9" y="3"/>
                  </a:lnTo>
                  <a:lnTo>
                    <a:pt x="7" y="5"/>
                  </a:lnTo>
                  <a:lnTo>
                    <a:pt x="3" y="7"/>
                  </a:lnTo>
                  <a:lnTo>
                    <a:pt x="3" y="7"/>
                  </a:lnTo>
                  <a:lnTo>
                    <a:pt x="1" y="5"/>
                  </a:lnTo>
                  <a:lnTo>
                    <a:pt x="0" y="3"/>
                  </a:lnTo>
                  <a:lnTo>
                    <a:pt x="0" y="3"/>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854"/>
            <p:cNvSpPr>
              <a:spLocks/>
            </p:cNvSpPr>
            <p:nvPr/>
          </p:nvSpPr>
          <p:spPr bwMode="auto">
            <a:xfrm>
              <a:off x="5808662" y="2195513"/>
              <a:ext cx="422275" cy="288925"/>
            </a:xfrm>
            <a:custGeom>
              <a:avLst/>
              <a:gdLst>
                <a:gd name="T0" fmla="*/ 527 w 530"/>
                <a:gd name="T1" fmla="*/ 361 h 365"/>
                <a:gd name="T2" fmla="*/ 458 w 530"/>
                <a:gd name="T3" fmla="*/ 356 h 365"/>
                <a:gd name="T4" fmla="*/ 395 w 530"/>
                <a:gd name="T5" fmla="*/ 336 h 365"/>
                <a:gd name="T6" fmla="*/ 336 w 530"/>
                <a:gd name="T7" fmla="*/ 303 h 365"/>
                <a:gd name="T8" fmla="*/ 284 w 530"/>
                <a:gd name="T9" fmla="*/ 260 h 365"/>
                <a:gd name="T10" fmla="*/ 260 w 530"/>
                <a:gd name="T11" fmla="*/ 235 h 365"/>
                <a:gd name="T12" fmla="*/ 223 w 530"/>
                <a:gd name="T13" fmla="*/ 178 h 365"/>
                <a:gd name="T14" fmla="*/ 196 w 530"/>
                <a:gd name="T15" fmla="*/ 116 h 365"/>
                <a:gd name="T16" fmla="*/ 183 w 530"/>
                <a:gd name="T17" fmla="*/ 50 h 365"/>
                <a:gd name="T18" fmla="*/ 181 w 530"/>
                <a:gd name="T19" fmla="*/ 16 h 365"/>
                <a:gd name="T20" fmla="*/ 266 w 530"/>
                <a:gd name="T21" fmla="*/ 16 h 365"/>
                <a:gd name="T22" fmla="*/ 402 w 530"/>
                <a:gd name="T23" fmla="*/ 14 h 365"/>
                <a:gd name="T24" fmla="*/ 491 w 530"/>
                <a:gd name="T25" fmla="*/ 10 h 365"/>
                <a:gd name="T26" fmla="*/ 528 w 530"/>
                <a:gd name="T27" fmla="*/ 3 h 365"/>
                <a:gd name="T28" fmla="*/ 530 w 530"/>
                <a:gd name="T29" fmla="*/ 1 h 365"/>
                <a:gd name="T30" fmla="*/ 527 w 530"/>
                <a:gd name="T31" fmla="*/ 0 h 365"/>
                <a:gd name="T32" fmla="*/ 521 w 530"/>
                <a:gd name="T33" fmla="*/ 0 h 365"/>
                <a:gd name="T34" fmla="*/ 519 w 530"/>
                <a:gd name="T35" fmla="*/ 1 h 365"/>
                <a:gd name="T36" fmla="*/ 501 w 530"/>
                <a:gd name="T37" fmla="*/ 5 h 365"/>
                <a:gd name="T38" fmla="*/ 374 w 530"/>
                <a:gd name="T39" fmla="*/ 10 h 365"/>
                <a:gd name="T40" fmla="*/ 266 w 530"/>
                <a:gd name="T41" fmla="*/ 10 h 365"/>
                <a:gd name="T42" fmla="*/ 79 w 530"/>
                <a:gd name="T43" fmla="*/ 7 h 365"/>
                <a:gd name="T44" fmla="*/ 11 w 530"/>
                <a:gd name="T45" fmla="*/ 1 h 365"/>
                <a:gd name="T46" fmla="*/ 9 w 530"/>
                <a:gd name="T47" fmla="*/ 0 h 365"/>
                <a:gd name="T48" fmla="*/ 5 w 530"/>
                <a:gd name="T49" fmla="*/ 0 h 365"/>
                <a:gd name="T50" fmla="*/ 0 w 530"/>
                <a:gd name="T51" fmla="*/ 1 h 365"/>
                <a:gd name="T52" fmla="*/ 0 w 530"/>
                <a:gd name="T53" fmla="*/ 3 h 365"/>
                <a:gd name="T54" fmla="*/ 14 w 530"/>
                <a:gd name="T55" fmla="*/ 7 h 365"/>
                <a:gd name="T56" fmla="*/ 109 w 530"/>
                <a:gd name="T57" fmla="*/ 14 h 365"/>
                <a:gd name="T58" fmla="*/ 169 w 530"/>
                <a:gd name="T59" fmla="*/ 14 h 365"/>
                <a:gd name="T60" fmla="*/ 176 w 530"/>
                <a:gd name="T61" fmla="*/ 84 h 365"/>
                <a:gd name="T62" fmla="*/ 196 w 530"/>
                <a:gd name="T63" fmla="*/ 149 h 365"/>
                <a:gd name="T64" fmla="*/ 226 w 530"/>
                <a:gd name="T65" fmla="*/ 208 h 365"/>
                <a:gd name="T66" fmla="*/ 271 w 530"/>
                <a:gd name="T67" fmla="*/ 262 h 365"/>
                <a:gd name="T68" fmla="*/ 296 w 530"/>
                <a:gd name="T69" fmla="*/ 285 h 365"/>
                <a:gd name="T70" fmla="*/ 356 w 530"/>
                <a:gd name="T71" fmla="*/ 323 h 365"/>
                <a:gd name="T72" fmla="*/ 420 w 530"/>
                <a:gd name="T73" fmla="*/ 350 h 365"/>
                <a:gd name="T74" fmla="*/ 489 w 530"/>
                <a:gd name="T75" fmla="*/ 363 h 365"/>
                <a:gd name="T76" fmla="*/ 527 w 530"/>
                <a:gd name="T77" fmla="*/ 365 h 365"/>
                <a:gd name="T78" fmla="*/ 530 w 530"/>
                <a:gd name="T79" fmla="*/ 363 h 365"/>
                <a:gd name="T80" fmla="*/ 530 w 530"/>
                <a:gd name="T81" fmla="*/ 363 h 365"/>
                <a:gd name="T82" fmla="*/ 527 w 530"/>
                <a:gd name="T83" fmla="*/ 361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30" h="365">
                  <a:moveTo>
                    <a:pt x="527" y="361"/>
                  </a:moveTo>
                  <a:lnTo>
                    <a:pt x="527" y="361"/>
                  </a:lnTo>
                  <a:lnTo>
                    <a:pt x="492" y="359"/>
                  </a:lnTo>
                  <a:lnTo>
                    <a:pt x="458" y="356"/>
                  </a:lnTo>
                  <a:lnTo>
                    <a:pt x="426" y="347"/>
                  </a:lnTo>
                  <a:lnTo>
                    <a:pt x="395" y="336"/>
                  </a:lnTo>
                  <a:lnTo>
                    <a:pt x="365" y="321"/>
                  </a:lnTo>
                  <a:lnTo>
                    <a:pt x="336" y="303"/>
                  </a:lnTo>
                  <a:lnTo>
                    <a:pt x="309" y="284"/>
                  </a:lnTo>
                  <a:lnTo>
                    <a:pt x="284" y="260"/>
                  </a:lnTo>
                  <a:lnTo>
                    <a:pt x="284" y="260"/>
                  </a:lnTo>
                  <a:lnTo>
                    <a:pt x="260" y="235"/>
                  </a:lnTo>
                  <a:lnTo>
                    <a:pt x="239" y="208"/>
                  </a:lnTo>
                  <a:lnTo>
                    <a:pt x="223" y="178"/>
                  </a:lnTo>
                  <a:lnTo>
                    <a:pt x="208" y="149"/>
                  </a:lnTo>
                  <a:lnTo>
                    <a:pt x="196" y="116"/>
                  </a:lnTo>
                  <a:lnTo>
                    <a:pt x="187" y="84"/>
                  </a:lnTo>
                  <a:lnTo>
                    <a:pt x="183" y="50"/>
                  </a:lnTo>
                  <a:lnTo>
                    <a:pt x="181" y="16"/>
                  </a:lnTo>
                  <a:lnTo>
                    <a:pt x="181" y="16"/>
                  </a:lnTo>
                  <a:lnTo>
                    <a:pt x="266" y="16"/>
                  </a:lnTo>
                  <a:lnTo>
                    <a:pt x="266" y="16"/>
                  </a:lnTo>
                  <a:lnTo>
                    <a:pt x="313" y="16"/>
                  </a:lnTo>
                  <a:lnTo>
                    <a:pt x="402" y="14"/>
                  </a:lnTo>
                  <a:lnTo>
                    <a:pt x="449" y="12"/>
                  </a:lnTo>
                  <a:lnTo>
                    <a:pt x="491" y="10"/>
                  </a:lnTo>
                  <a:lnTo>
                    <a:pt x="519" y="7"/>
                  </a:lnTo>
                  <a:lnTo>
                    <a:pt x="528" y="3"/>
                  </a:lnTo>
                  <a:lnTo>
                    <a:pt x="530" y="1"/>
                  </a:lnTo>
                  <a:lnTo>
                    <a:pt x="530" y="1"/>
                  </a:lnTo>
                  <a:lnTo>
                    <a:pt x="530" y="0"/>
                  </a:lnTo>
                  <a:lnTo>
                    <a:pt x="527" y="0"/>
                  </a:lnTo>
                  <a:lnTo>
                    <a:pt x="527" y="0"/>
                  </a:lnTo>
                  <a:lnTo>
                    <a:pt x="521" y="0"/>
                  </a:lnTo>
                  <a:lnTo>
                    <a:pt x="519" y="1"/>
                  </a:lnTo>
                  <a:lnTo>
                    <a:pt x="519" y="1"/>
                  </a:lnTo>
                  <a:lnTo>
                    <a:pt x="514" y="3"/>
                  </a:lnTo>
                  <a:lnTo>
                    <a:pt x="501" y="5"/>
                  </a:lnTo>
                  <a:lnTo>
                    <a:pt x="451" y="7"/>
                  </a:lnTo>
                  <a:lnTo>
                    <a:pt x="374" y="10"/>
                  </a:lnTo>
                  <a:lnTo>
                    <a:pt x="266" y="10"/>
                  </a:lnTo>
                  <a:lnTo>
                    <a:pt x="266" y="10"/>
                  </a:lnTo>
                  <a:lnTo>
                    <a:pt x="158" y="10"/>
                  </a:lnTo>
                  <a:lnTo>
                    <a:pt x="79" y="7"/>
                  </a:lnTo>
                  <a:lnTo>
                    <a:pt x="30" y="5"/>
                  </a:lnTo>
                  <a:lnTo>
                    <a:pt x="11" y="1"/>
                  </a:lnTo>
                  <a:lnTo>
                    <a:pt x="11" y="1"/>
                  </a:lnTo>
                  <a:lnTo>
                    <a:pt x="9" y="0"/>
                  </a:lnTo>
                  <a:lnTo>
                    <a:pt x="5" y="0"/>
                  </a:lnTo>
                  <a:lnTo>
                    <a:pt x="5" y="0"/>
                  </a:lnTo>
                  <a:lnTo>
                    <a:pt x="2" y="0"/>
                  </a:lnTo>
                  <a:lnTo>
                    <a:pt x="0" y="1"/>
                  </a:lnTo>
                  <a:lnTo>
                    <a:pt x="0" y="1"/>
                  </a:lnTo>
                  <a:lnTo>
                    <a:pt x="0" y="3"/>
                  </a:lnTo>
                  <a:lnTo>
                    <a:pt x="3" y="5"/>
                  </a:lnTo>
                  <a:lnTo>
                    <a:pt x="14" y="7"/>
                  </a:lnTo>
                  <a:lnTo>
                    <a:pt x="55" y="10"/>
                  </a:lnTo>
                  <a:lnTo>
                    <a:pt x="109" y="14"/>
                  </a:lnTo>
                  <a:lnTo>
                    <a:pt x="169" y="14"/>
                  </a:lnTo>
                  <a:lnTo>
                    <a:pt x="169" y="14"/>
                  </a:lnTo>
                  <a:lnTo>
                    <a:pt x="171" y="50"/>
                  </a:lnTo>
                  <a:lnTo>
                    <a:pt x="176" y="84"/>
                  </a:lnTo>
                  <a:lnTo>
                    <a:pt x="183" y="116"/>
                  </a:lnTo>
                  <a:lnTo>
                    <a:pt x="196" y="149"/>
                  </a:lnTo>
                  <a:lnTo>
                    <a:pt x="210" y="179"/>
                  </a:lnTo>
                  <a:lnTo>
                    <a:pt x="226" y="208"/>
                  </a:lnTo>
                  <a:lnTo>
                    <a:pt x="248" y="235"/>
                  </a:lnTo>
                  <a:lnTo>
                    <a:pt x="271" y="262"/>
                  </a:lnTo>
                  <a:lnTo>
                    <a:pt x="271" y="262"/>
                  </a:lnTo>
                  <a:lnTo>
                    <a:pt x="296" y="285"/>
                  </a:lnTo>
                  <a:lnTo>
                    <a:pt x="325" y="305"/>
                  </a:lnTo>
                  <a:lnTo>
                    <a:pt x="356" y="323"/>
                  </a:lnTo>
                  <a:lnTo>
                    <a:pt x="386" y="339"/>
                  </a:lnTo>
                  <a:lnTo>
                    <a:pt x="420" y="350"/>
                  </a:lnTo>
                  <a:lnTo>
                    <a:pt x="455" y="359"/>
                  </a:lnTo>
                  <a:lnTo>
                    <a:pt x="489" y="363"/>
                  </a:lnTo>
                  <a:lnTo>
                    <a:pt x="527" y="365"/>
                  </a:lnTo>
                  <a:lnTo>
                    <a:pt x="527" y="365"/>
                  </a:lnTo>
                  <a:lnTo>
                    <a:pt x="530" y="365"/>
                  </a:lnTo>
                  <a:lnTo>
                    <a:pt x="530" y="363"/>
                  </a:lnTo>
                  <a:lnTo>
                    <a:pt x="530" y="363"/>
                  </a:lnTo>
                  <a:lnTo>
                    <a:pt x="530" y="363"/>
                  </a:lnTo>
                  <a:lnTo>
                    <a:pt x="527" y="361"/>
                  </a:lnTo>
                  <a:lnTo>
                    <a:pt x="527" y="361"/>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1170230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ASP.NET Core </a:t>
            </a:r>
            <a:br>
              <a:rPr lang="en-US" dirty="0"/>
            </a:br>
            <a:r>
              <a:rPr lang="en-US" dirty="0"/>
              <a:t>Docker </a:t>
            </a:r>
          </a:p>
        </p:txBody>
      </p:sp>
      <p:sp>
        <p:nvSpPr>
          <p:cNvPr id="3" name="Picture Placeholder 2"/>
          <p:cNvSpPr>
            <a:spLocks noGrp="1"/>
          </p:cNvSpPr>
          <p:nvPr>
            <p:ph type="pic" sz="quarter" idx="10"/>
          </p:nvPr>
        </p:nvSpPr>
        <p:spPr>
          <a:xfrm>
            <a:off x="0" y="0"/>
            <a:ext cx="6217920" cy="6995160"/>
          </a:xfrm>
          <a:solidFill>
            <a:srgbClr val="0072C6"/>
          </a:solidFill>
        </p:spPr>
      </p:sp>
      <p:sp>
        <p:nvSpPr>
          <p:cNvPr id="4" name="Text Placeholder 3"/>
          <p:cNvSpPr>
            <a:spLocks noGrp="1"/>
          </p:cNvSpPr>
          <p:nvPr>
            <p:ph type="body" sz="quarter" idx="11"/>
          </p:nvPr>
        </p:nvSpPr>
        <p:spPr>
          <a:xfrm>
            <a:off x="6583680" y="2103120"/>
            <a:ext cx="5486400" cy="892552"/>
          </a:xfrm>
        </p:spPr>
        <p:txBody>
          <a:bodyPr/>
          <a:lstStyle/>
          <a:p>
            <a:pPr lvl="0">
              <a:spcBef>
                <a:spcPts val="1200"/>
              </a:spcBef>
            </a:pPr>
            <a:r>
              <a:rPr lang="en-US" dirty="0">
                <a:gradFill>
                  <a:gsLst>
                    <a:gs pos="1250">
                      <a:srgbClr val="505050"/>
                    </a:gs>
                    <a:gs pos="100000">
                      <a:srgbClr val="505050"/>
                    </a:gs>
                  </a:gsLst>
                  <a:lin ang="5400000" scaled="0"/>
                </a:gradFill>
              </a:rPr>
              <a:t>New project dialog has Docker option</a:t>
            </a:r>
          </a:p>
          <a:p>
            <a:pPr lvl="0">
              <a:spcBef>
                <a:spcPts val="1200"/>
              </a:spcBef>
            </a:pPr>
            <a:r>
              <a:rPr lang="en-US" dirty="0">
                <a:gradFill>
                  <a:gsLst>
                    <a:gs pos="1250">
                      <a:srgbClr val="505050"/>
                    </a:gs>
                    <a:gs pos="100000">
                      <a:srgbClr val="505050"/>
                    </a:gs>
                  </a:gsLst>
                  <a:lin ang="5400000" scaled="0"/>
                </a:gradFill>
              </a:rPr>
              <a:t>Configure Docker in existing project</a:t>
            </a:r>
          </a:p>
        </p:txBody>
      </p:sp>
      <p:grpSp>
        <p:nvGrpSpPr>
          <p:cNvPr id="6" name="Group 5"/>
          <p:cNvGrpSpPr/>
          <p:nvPr/>
        </p:nvGrpSpPr>
        <p:grpSpPr>
          <a:xfrm>
            <a:off x="1189038" y="1668086"/>
            <a:ext cx="3328988" cy="4572754"/>
            <a:chOff x="5808662" y="2046288"/>
            <a:chExt cx="438151" cy="569913"/>
          </a:xfrm>
        </p:grpSpPr>
        <p:sp>
          <p:nvSpPr>
            <p:cNvPr id="7" name="Freeform 736"/>
            <p:cNvSpPr>
              <a:spLocks/>
            </p:cNvSpPr>
            <p:nvPr/>
          </p:nvSpPr>
          <p:spPr bwMode="auto">
            <a:xfrm>
              <a:off x="5816600" y="2046288"/>
              <a:ext cx="406400" cy="220663"/>
            </a:xfrm>
            <a:custGeom>
              <a:avLst/>
              <a:gdLst>
                <a:gd name="T0" fmla="*/ 429 w 512"/>
                <a:gd name="T1" fmla="*/ 122 h 276"/>
                <a:gd name="T2" fmla="*/ 429 w 512"/>
                <a:gd name="T3" fmla="*/ 116 h 276"/>
                <a:gd name="T4" fmla="*/ 426 w 512"/>
                <a:gd name="T5" fmla="*/ 93 h 276"/>
                <a:gd name="T6" fmla="*/ 419 w 512"/>
                <a:gd name="T7" fmla="*/ 71 h 276"/>
                <a:gd name="T8" fmla="*/ 406 w 512"/>
                <a:gd name="T9" fmla="*/ 52 h 276"/>
                <a:gd name="T10" fmla="*/ 388 w 512"/>
                <a:gd name="T11" fmla="*/ 34 h 276"/>
                <a:gd name="T12" fmla="*/ 368 w 512"/>
                <a:gd name="T13" fmla="*/ 19 h 276"/>
                <a:gd name="T14" fmla="*/ 345 w 512"/>
                <a:gd name="T15" fmla="*/ 9 h 276"/>
                <a:gd name="T16" fmla="*/ 318 w 512"/>
                <a:gd name="T17" fmla="*/ 1 h 276"/>
                <a:gd name="T18" fmla="*/ 289 w 512"/>
                <a:gd name="T19" fmla="*/ 0 h 276"/>
                <a:gd name="T20" fmla="*/ 271 w 512"/>
                <a:gd name="T21" fmla="*/ 1 h 276"/>
                <a:gd name="T22" fmla="*/ 237 w 512"/>
                <a:gd name="T23" fmla="*/ 9 h 276"/>
                <a:gd name="T24" fmla="*/ 206 w 512"/>
                <a:gd name="T25" fmla="*/ 21 h 276"/>
                <a:gd name="T26" fmla="*/ 181 w 512"/>
                <a:gd name="T27" fmla="*/ 41 h 276"/>
                <a:gd name="T28" fmla="*/ 171 w 512"/>
                <a:gd name="T29" fmla="*/ 52 h 276"/>
                <a:gd name="T30" fmla="*/ 153 w 512"/>
                <a:gd name="T31" fmla="*/ 45 h 276"/>
                <a:gd name="T32" fmla="*/ 133 w 512"/>
                <a:gd name="T33" fmla="*/ 43 h 276"/>
                <a:gd name="T34" fmla="*/ 120 w 512"/>
                <a:gd name="T35" fmla="*/ 45 h 276"/>
                <a:gd name="T36" fmla="*/ 97 w 512"/>
                <a:gd name="T37" fmla="*/ 50 h 276"/>
                <a:gd name="T38" fmla="*/ 88 w 512"/>
                <a:gd name="T39" fmla="*/ 55 h 276"/>
                <a:gd name="T40" fmla="*/ 66 w 512"/>
                <a:gd name="T41" fmla="*/ 71 h 276"/>
                <a:gd name="T42" fmla="*/ 57 w 512"/>
                <a:gd name="T43" fmla="*/ 86 h 276"/>
                <a:gd name="T44" fmla="*/ 52 w 512"/>
                <a:gd name="T45" fmla="*/ 100 h 276"/>
                <a:gd name="T46" fmla="*/ 52 w 512"/>
                <a:gd name="T47" fmla="*/ 109 h 276"/>
                <a:gd name="T48" fmla="*/ 30 w 512"/>
                <a:gd name="T49" fmla="*/ 124 h 276"/>
                <a:gd name="T50" fmla="*/ 14 w 512"/>
                <a:gd name="T51" fmla="*/ 142 h 276"/>
                <a:gd name="T52" fmla="*/ 3 w 512"/>
                <a:gd name="T53" fmla="*/ 163 h 276"/>
                <a:gd name="T54" fmla="*/ 0 w 512"/>
                <a:gd name="T55" fmla="*/ 185 h 276"/>
                <a:gd name="T56" fmla="*/ 2 w 512"/>
                <a:gd name="T57" fmla="*/ 203 h 276"/>
                <a:gd name="T58" fmla="*/ 16 w 512"/>
                <a:gd name="T59" fmla="*/ 233 h 276"/>
                <a:gd name="T60" fmla="*/ 43 w 512"/>
                <a:gd name="T61" fmla="*/ 258 h 276"/>
                <a:gd name="T62" fmla="*/ 79 w 512"/>
                <a:gd name="T63" fmla="*/ 273 h 276"/>
                <a:gd name="T64" fmla="*/ 99 w 512"/>
                <a:gd name="T65" fmla="*/ 276 h 276"/>
                <a:gd name="T66" fmla="*/ 111 w 512"/>
                <a:gd name="T67" fmla="*/ 276 h 276"/>
                <a:gd name="T68" fmla="*/ 124 w 512"/>
                <a:gd name="T69" fmla="*/ 276 h 276"/>
                <a:gd name="T70" fmla="*/ 352 w 512"/>
                <a:gd name="T71" fmla="*/ 276 h 276"/>
                <a:gd name="T72" fmla="*/ 358 w 512"/>
                <a:gd name="T73" fmla="*/ 276 h 276"/>
                <a:gd name="T74" fmla="*/ 363 w 512"/>
                <a:gd name="T75" fmla="*/ 276 h 276"/>
                <a:gd name="T76" fmla="*/ 379 w 512"/>
                <a:gd name="T77" fmla="*/ 276 h 276"/>
                <a:gd name="T78" fmla="*/ 417 w 512"/>
                <a:gd name="T79" fmla="*/ 276 h 276"/>
                <a:gd name="T80" fmla="*/ 455 w 512"/>
                <a:gd name="T81" fmla="*/ 271 h 276"/>
                <a:gd name="T82" fmla="*/ 483 w 512"/>
                <a:gd name="T83" fmla="*/ 253 h 276"/>
                <a:gd name="T84" fmla="*/ 505 w 512"/>
                <a:gd name="T85" fmla="*/ 230 h 276"/>
                <a:gd name="T86" fmla="*/ 512 w 512"/>
                <a:gd name="T87" fmla="*/ 199 h 276"/>
                <a:gd name="T88" fmla="*/ 510 w 512"/>
                <a:gd name="T89" fmla="*/ 185 h 276"/>
                <a:gd name="T90" fmla="*/ 498 w 512"/>
                <a:gd name="T91" fmla="*/ 160 h 276"/>
                <a:gd name="T92" fmla="*/ 476 w 512"/>
                <a:gd name="T93" fmla="*/ 138 h 276"/>
                <a:gd name="T94" fmla="*/ 446 w 512"/>
                <a:gd name="T95" fmla="*/ 125 h 276"/>
                <a:gd name="T96" fmla="*/ 429 w 512"/>
                <a:gd name="T97" fmla="*/ 122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2" h="276">
                  <a:moveTo>
                    <a:pt x="429" y="122"/>
                  </a:moveTo>
                  <a:lnTo>
                    <a:pt x="429" y="122"/>
                  </a:lnTo>
                  <a:lnTo>
                    <a:pt x="429" y="116"/>
                  </a:lnTo>
                  <a:lnTo>
                    <a:pt x="429" y="116"/>
                  </a:lnTo>
                  <a:lnTo>
                    <a:pt x="429" y="104"/>
                  </a:lnTo>
                  <a:lnTo>
                    <a:pt x="426" y="93"/>
                  </a:lnTo>
                  <a:lnTo>
                    <a:pt x="422" y="82"/>
                  </a:lnTo>
                  <a:lnTo>
                    <a:pt x="419" y="71"/>
                  </a:lnTo>
                  <a:lnTo>
                    <a:pt x="413" y="61"/>
                  </a:lnTo>
                  <a:lnTo>
                    <a:pt x="406" y="52"/>
                  </a:lnTo>
                  <a:lnTo>
                    <a:pt x="397" y="43"/>
                  </a:lnTo>
                  <a:lnTo>
                    <a:pt x="388" y="34"/>
                  </a:lnTo>
                  <a:lnTo>
                    <a:pt x="379" y="27"/>
                  </a:lnTo>
                  <a:lnTo>
                    <a:pt x="368" y="19"/>
                  </a:lnTo>
                  <a:lnTo>
                    <a:pt x="356" y="14"/>
                  </a:lnTo>
                  <a:lnTo>
                    <a:pt x="345" y="9"/>
                  </a:lnTo>
                  <a:lnTo>
                    <a:pt x="331" y="5"/>
                  </a:lnTo>
                  <a:lnTo>
                    <a:pt x="318" y="1"/>
                  </a:lnTo>
                  <a:lnTo>
                    <a:pt x="304" y="0"/>
                  </a:lnTo>
                  <a:lnTo>
                    <a:pt x="289" y="0"/>
                  </a:lnTo>
                  <a:lnTo>
                    <a:pt x="289" y="0"/>
                  </a:lnTo>
                  <a:lnTo>
                    <a:pt x="271" y="1"/>
                  </a:lnTo>
                  <a:lnTo>
                    <a:pt x="253" y="3"/>
                  </a:lnTo>
                  <a:lnTo>
                    <a:pt x="237" y="9"/>
                  </a:lnTo>
                  <a:lnTo>
                    <a:pt x="221" y="14"/>
                  </a:lnTo>
                  <a:lnTo>
                    <a:pt x="206" y="21"/>
                  </a:lnTo>
                  <a:lnTo>
                    <a:pt x="194" y="30"/>
                  </a:lnTo>
                  <a:lnTo>
                    <a:pt x="181" y="41"/>
                  </a:lnTo>
                  <a:lnTo>
                    <a:pt x="171" y="52"/>
                  </a:lnTo>
                  <a:lnTo>
                    <a:pt x="171" y="52"/>
                  </a:lnTo>
                  <a:lnTo>
                    <a:pt x="163" y="48"/>
                  </a:lnTo>
                  <a:lnTo>
                    <a:pt x="153" y="45"/>
                  </a:lnTo>
                  <a:lnTo>
                    <a:pt x="144" y="45"/>
                  </a:lnTo>
                  <a:lnTo>
                    <a:pt x="133" y="43"/>
                  </a:lnTo>
                  <a:lnTo>
                    <a:pt x="133" y="43"/>
                  </a:lnTo>
                  <a:lnTo>
                    <a:pt x="120" y="45"/>
                  </a:lnTo>
                  <a:lnTo>
                    <a:pt x="108" y="46"/>
                  </a:lnTo>
                  <a:lnTo>
                    <a:pt x="97" y="50"/>
                  </a:lnTo>
                  <a:lnTo>
                    <a:pt x="88" y="55"/>
                  </a:lnTo>
                  <a:lnTo>
                    <a:pt x="88" y="55"/>
                  </a:lnTo>
                  <a:lnTo>
                    <a:pt x="72" y="64"/>
                  </a:lnTo>
                  <a:lnTo>
                    <a:pt x="66" y="71"/>
                  </a:lnTo>
                  <a:lnTo>
                    <a:pt x="61" y="79"/>
                  </a:lnTo>
                  <a:lnTo>
                    <a:pt x="57" y="86"/>
                  </a:lnTo>
                  <a:lnTo>
                    <a:pt x="54" y="93"/>
                  </a:lnTo>
                  <a:lnTo>
                    <a:pt x="52" y="100"/>
                  </a:lnTo>
                  <a:lnTo>
                    <a:pt x="52" y="109"/>
                  </a:lnTo>
                  <a:lnTo>
                    <a:pt x="52" y="109"/>
                  </a:lnTo>
                  <a:lnTo>
                    <a:pt x="39" y="116"/>
                  </a:lnTo>
                  <a:lnTo>
                    <a:pt x="30" y="124"/>
                  </a:lnTo>
                  <a:lnTo>
                    <a:pt x="21" y="133"/>
                  </a:lnTo>
                  <a:lnTo>
                    <a:pt x="14" y="142"/>
                  </a:lnTo>
                  <a:lnTo>
                    <a:pt x="9" y="152"/>
                  </a:lnTo>
                  <a:lnTo>
                    <a:pt x="3" y="163"/>
                  </a:lnTo>
                  <a:lnTo>
                    <a:pt x="2" y="174"/>
                  </a:lnTo>
                  <a:lnTo>
                    <a:pt x="0" y="185"/>
                  </a:lnTo>
                  <a:lnTo>
                    <a:pt x="0" y="185"/>
                  </a:lnTo>
                  <a:lnTo>
                    <a:pt x="2" y="203"/>
                  </a:lnTo>
                  <a:lnTo>
                    <a:pt x="7" y="219"/>
                  </a:lnTo>
                  <a:lnTo>
                    <a:pt x="16" y="233"/>
                  </a:lnTo>
                  <a:lnTo>
                    <a:pt x="29" y="246"/>
                  </a:lnTo>
                  <a:lnTo>
                    <a:pt x="43" y="258"/>
                  </a:lnTo>
                  <a:lnTo>
                    <a:pt x="59" y="267"/>
                  </a:lnTo>
                  <a:lnTo>
                    <a:pt x="79" y="273"/>
                  </a:lnTo>
                  <a:lnTo>
                    <a:pt x="99" y="276"/>
                  </a:lnTo>
                  <a:lnTo>
                    <a:pt x="99" y="276"/>
                  </a:lnTo>
                  <a:lnTo>
                    <a:pt x="111" y="276"/>
                  </a:lnTo>
                  <a:lnTo>
                    <a:pt x="111" y="276"/>
                  </a:lnTo>
                  <a:lnTo>
                    <a:pt x="124" y="276"/>
                  </a:lnTo>
                  <a:lnTo>
                    <a:pt x="124" y="276"/>
                  </a:lnTo>
                  <a:lnTo>
                    <a:pt x="352" y="276"/>
                  </a:lnTo>
                  <a:lnTo>
                    <a:pt x="352" y="276"/>
                  </a:lnTo>
                  <a:lnTo>
                    <a:pt x="358" y="276"/>
                  </a:lnTo>
                  <a:lnTo>
                    <a:pt x="358" y="276"/>
                  </a:lnTo>
                  <a:lnTo>
                    <a:pt x="363" y="276"/>
                  </a:lnTo>
                  <a:lnTo>
                    <a:pt x="363" y="276"/>
                  </a:lnTo>
                  <a:lnTo>
                    <a:pt x="379" y="276"/>
                  </a:lnTo>
                  <a:lnTo>
                    <a:pt x="379" y="276"/>
                  </a:lnTo>
                  <a:lnTo>
                    <a:pt x="417" y="276"/>
                  </a:lnTo>
                  <a:lnTo>
                    <a:pt x="417" y="276"/>
                  </a:lnTo>
                  <a:lnTo>
                    <a:pt x="437" y="275"/>
                  </a:lnTo>
                  <a:lnTo>
                    <a:pt x="455" y="271"/>
                  </a:lnTo>
                  <a:lnTo>
                    <a:pt x="471" y="264"/>
                  </a:lnTo>
                  <a:lnTo>
                    <a:pt x="483" y="253"/>
                  </a:lnTo>
                  <a:lnTo>
                    <a:pt x="496" y="242"/>
                  </a:lnTo>
                  <a:lnTo>
                    <a:pt x="505" y="230"/>
                  </a:lnTo>
                  <a:lnTo>
                    <a:pt x="510" y="215"/>
                  </a:lnTo>
                  <a:lnTo>
                    <a:pt x="512" y="199"/>
                  </a:lnTo>
                  <a:lnTo>
                    <a:pt x="512" y="199"/>
                  </a:lnTo>
                  <a:lnTo>
                    <a:pt x="510" y="185"/>
                  </a:lnTo>
                  <a:lnTo>
                    <a:pt x="505" y="172"/>
                  </a:lnTo>
                  <a:lnTo>
                    <a:pt x="498" y="160"/>
                  </a:lnTo>
                  <a:lnTo>
                    <a:pt x="487" y="149"/>
                  </a:lnTo>
                  <a:lnTo>
                    <a:pt x="476" y="138"/>
                  </a:lnTo>
                  <a:lnTo>
                    <a:pt x="462" y="131"/>
                  </a:lnTo>
                  <a:lnTo>
                    <a:pt x="446" y="125"/>
                  </a:lnTo>
                  <a:lnTo>
                    <a:pt x="429" y="122"/>
                  </a:lnTo>
                  <a:lnTo>
                    <a:pt x="429" y="122"/>
                  </a:lnTo>
                  <a:close/>
                </a:path>
              </a:pathLst>
            </a:custGeom>
            <a:solidFill>
              <a:srgbClr val="6DC2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737"/>
            <p:cNvSpPr>
              <a:spLocks noChangeArrowheads="1"/>
            </p:cNvSpPr>
            <p:nvPr/>
          </p:nvSpPr>
          <p:spPr bwMode="auto">
            <a:xfrm>
              <a:off x="6108700" y="2325688"/>
              <a:ext cx="138113" cy="290513"/>
            </a:xfrm>
            <a:prstGeom prst="rect">
              <a:avLst/>
            </a:prstGeom>
            <a:solidFill>
              <a:srgbClr val="6821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Rectangle 738"/>
            <p:cNvSpPr>
              <a:spLocks noChangeArrowheads="1"/>
            </p:cNvSpPr>
            <p:nvPr/>
          </p:nvSpPr>
          <p:spPr bwMode="auto">
            <a:xfrm>
              <a:off x="6122987" y="2339976"/>
              <a:ext cx="112713" cy="252413"/>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Rectangle 739"/>
            <p:cNvSpPr>
              <a:spLocks noChangeArrowheads="1"/>
            </p:cNvSpPr>
            <p:nvPr/>
          </p:nvSpPr>
          <p:spPr bwMode="auto">
            <a:xfrm>
              <a:off x="6129337" y="2347913"/>
              <a:ext cx="100013" cy="269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Rectangle 740"/>
            <p:cNvSpPr>
              <a:spLocks noChangeArrowheads="1"/>
            </p:cNvSpPr>
            <p:nvPr/>
          </p:nvSpPr>
          <p:spPr bwMode="auto">
            <a:xfrm>
              <a:off x="6132512" y="2352676"/>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Rectangle 741"/>
            <p:cNvSpPr>
              <a:spLocks noChangeArrowheads="1"/>
            </p:cNvSpPr>
            <p:nvPr/>
          </p:nvSpPr>
          <p:spPr bwMode="auto">
            <a:xfrm>
              <a:off x="6138862" y="2352676"/>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742"/>
            <p:cNvSpPr>
              <a:spLocks noChangeArrowheads="1"/>
            </p:cNvSpPr>
            <p:nvPr/>
          </p:nvSpPr>
          <p:spPr bwMode="auto">
            <a:xfrm>
              <a:off x="6145212" y="2352676"/>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743"/>
            <p:cNvSpPr>
              <a:spLocks noChangeArrowheads="1"/>
            </p:cNvSpPr>
            <p:nvPr/>
          </p:nvSpPr>
          <p:spPr bwMode="auto">
            <a:xfrm>
              <a:off x="6149975" y="2352676"/>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744"/>
            <p:cNvSpPr>
              <a:spLocks noChangeArrowheads="1"/>
            </p:cNvSpPr>
            <p:nvPr/>
          </p:nvSpPr>
          <p:spPr bwMode="auto">
            <a:xfrm>
              <a:off x="6156325" y="2352676"/>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745"/>
            <p:cNvSpPr>
              <a:spLocks noChangeArrowheads="1"/>
            </p:cNvSpPr>
            <p:nvPr/>
          </p:nvSpPr>
          <p:spPr bwMode="auto">
            <a:xfrm>
              <a:off x="6161087" y="2352676"/>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746"/>
            <p:cNvSpPr>
              <a:spLocks/>
            </p:cNvSpPr>
            <p:nvPr/>
          </p:nvSpPr>
          <p:spPr bwMode="auto">
            <a:xfrm>
              <a:off x="6213475" y="2357438"/>
              <a:ext cx="6350" cy="7938"/>
            </a:xfrm>
            <a:custGeom>
              <a:avLst/>
              <a:gdLst>
                <a:gd name="T0" fmla="*/ 0 w 9"/>
                <a:gd name="T1" fmla="*/ 5 h 9"/>
                <a:gd name="T2" fmla="*/ 0 w 9"/>
                <a:gd name="T3" fmla="*/ 5 h 9"/>
                <a:gd name="T4" fmla="*/ 1 w 9"/>
                <a:gd name="T5" fmla="*/ 1 h 9"/>
                <a:gd name="T6" fmla="*/ 3 w 9"/>
                <a:gd name="T7" fmla="*/ 0 h 9"/>
                <a:gd name="T8" fmla="*/ 3 w 9"/>
                <a:gd name="T9" fmla="*/ 0 h 9"/>
                <a:gd name="T10" fmla="*/ 7 w 9"/>
                <a:gd name="T11" fmla="*/ 1 h 9"/>
                <a:gd name="T12" fmla="*/ 9 w 9"/>
                <a:gd name="T13" fmla="*/ 5 h 9"/>
                <a:gd name="T14" fmla="*/ 9 w 9"/>
                <a:gd name="T15" fmla="*/ 5 h 9"/>
                <a:gd name="T16" fmla="*/ 7 w 9"/>
                <a:gd name="T17" fmla="*/ 7 h 9"/>
                <a:gd name="T18" fmla="*/ 3 w 9"/>
                <a:gd name="T19" fmla="*/ 9 h 9"/>
                <a:gd name="T20" fmla="*/ 3 w 9"/>
                <a:gd name="T21" fmla="*/ 9 h 9"/>
                <a:gd name="T22" fmla="*/ 1 w 9"/>
                <a:gd name="T23" fmla="*/ 7 h 9"/>
                <a:gd name="T24" fmla="*/ 0 w 9"/>
                <a:gd name="T25" fmla="*/ 5 h 9"/>
                <a:gd name="T26" fmla="*/ 0 w 9"/>
                <a:gd name="T27"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9">
                  <a:moveTo>
                    <a:pt x="0" y="5"/>
                  </a:moveTo>
                  <a:lnTo>
                    <a:pt x="0" y="5"/>
                  </a:lnTo>
                  <a:lnTo>
                    <a:pt x="1" y="1"/>
                  </a:lnTo>
                  <a:lnTo>
                    <a:pt x="3" y="0"/>
                  </a:lnTo>
                  <a:lnTo>
                    <a:pt x="3" y="0"/>
                  </a:lnTo>
                  <a:lnTo>
                    <a:pt x="7" y="1"/>
                  </a:lnTo>
                  <a:lnTo>
                    <a:pt x="9" y="5"/>
                  </a:lnTo>
                  <a:lnTo>
                    <a:pt x="9" y="5"/>
                  </a:lnTo>
                  <a:lnTo>
                    <a:pt x="7" y="7"/>
                  </a:lnTo>
                  <a:lnTo>
                    <a:pt x="3" y="9"/>
                  </a:lnTo>
                  <a:lnTo>
                    <a:pt x="3" y="9"/>
                  </a:lnTo>
                  <a:lnTo>
                    <a:pt x="1" y="7"/>
                  </a:lnTo>
                  <a:lnTo>
                    <a:pt x="0" y="5"/>
                  </a:lnTo>
                  <a:lnTo>
                    <a:pt x="0" y="5"/>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Rectangle 747"/>
            <p:cNvSpPr>
              <a:spLocks noChangeArrowheads="1"/>
            </p:cNvSpPr>
            <p:nvPr/>
          </p:nvSpPr>
          <p:spPr bwMode="auto">
            <a:xfrm>
              <a:off x="6129337" y="2381251"/>
              <a:ext cx="100013" cy="2540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Rectangle 748"/>
            <p:cNvSpPr>
              <a:spLocks noChangeArrowheads="1"/>
            </p:cNvSpPr>
            <p:nvPr/>
          </p:nvSpPr>
          <p:spPr bwMode="auto">
            <a:xfrm>
              <a:off x="6132512" y="23828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Rectangle 749"/>
            <p:cNvSpPr>
              <a:spLocks noChangeArrowheads="1"/>
            </p:cNvSpPr>
            <p:nvPr/>
          </p:nvSpPr>
          <p:spPr bwMode="auto">
            <a:xfrm>
              <a:off x="6138862" y="23828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Rectangle 750"/>
            <p:cNvSpPr>
              <a:spLocks noChangeArrowheads="1"/>
            </p:cNvSpPr>
            <p:nvPr/>
          </p:nvSpPr>
          <p:spPr bwMode="auto">
            <a:xfrm>
              <a:off x="6145212" y="23828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Rectangle 751"/>
            <p:cNvSpPr>
              <a:spLocks noChangeArrowheads="1"/>
            </p:cNvSpPr>
            <p:nvPr/>
          </p:nvSpPr>
          <p:spPr bwMode="auto">
            <a:xfrm>
              <a:off x="6149975" y="23828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Rectangle 752"/>
            <p:cNvSpPr>
              <a:spLocks noChangeArrowheads="1"/>
            </p:cNvSpPr>
            <p:nvPr/>
          </p:nvSpPr>
          <p:spPr bwMode="auto">
            <a:xfrm>
              <a:off x="6156325" y="23828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Rectangle 753"/>
            <p:cNvSpPr>
              <a:spLocks noChangeArrowheads="1"/>
            </p:cNvSpPr>
            <p:nvPr/>
          </p:nvSpPr>
          <p:spPr bwMode="auto">
            <a:xfrm>
              <a:off x="6161087" y="23828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754"/>
            <p:cNvSpPr>
              <a:spLocks/>
            </p:cNvSpPr>
            <p:nvPr/>
          </p:nvSpPr>
          <p:spPr bwMode="auto">
            <a:xfrm>
              <a:off x="6213475" y="2390776"/>
              <a:ext cx="6350" cy="6350"/>
            </a:xfrm>
            <a:custGeom>
              <a:avLst/>
              <a:gdLst>
                <a:gd name="T0" fmla="*/ 0 w 9"/>
                <a:gd name="T1" fmla="*/ 3 h 7"/>
                <a:gd name="T2" fmla="*/ 0 w 9"/>
                <a:gd name="T3" fmla="*/ 3 h 7"/>
                <a:gd name="T4" fmla="*/ 1 w 9"/>
                <a:gd name="T5" fmla="*/ 2 h 7"/>
                <a:gd name="T6" fmla="*/ 3 w 9"/>
                <a:gd name="T7" fmla="*/ 0 h 7"/>
                <a:gd name="T8" fmla="*/ 3 w 9"/>
                <a:gd name="T9" fmla="*/ 0 h 7"/>
                <a:gd name="T10" fmla="*/ 7 w 9"/>
                <a:gd name="T11" fmla="*/ 2 h 7"/>
                <a:gd name="T12" fmla="*/ 9 w 9"/>
                <a:gd name="T13" fmla="*/ 3 h 7"/>
                <a:gd name="T14" fmla="*/ 9 w 9"/>
                <a:gd name="T15" fmla="*/ 3 h 7"/>
                <a:gd name="T16" fmla="*/ 7 w 9"/>
                <a:gd name="T17" fmla="*/ 7 h 7"/>
                <a:gd name="T18" fmla="*/ 3 w 9"/>
                <a:gd name="T19" fmla="*/ 7 h 7"/>
                <a:gd name="T20" fmla="*/ 3 w 9"/>
                <a:gd name="T21" fmla="*/ 7 h 7"/>
                <a:gd name="T22" fmla="*/ 1 w 9"/>
                <a:gd name="T23" fmla="*/ 7 h 7"/>
                <a:gd name="T24" fmla="*/ 0 w 9"/>
                <a:gd name="T25" fmla="*/ 3 h 7"/>
                <a:gd name="T26" fmla="*/ 0 w 9"/>
                <a:gd name="T27"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3"/>
                  </a:moveTo>
                  <a:lnTo>
                    <a:pt x="0" y="3"/>
                  </a:lnTo>
                  <a:lnTo>
                    <a:pt x="1" y="2"/>
                  </a:lnTo>
                  <a:lnTo>
                    <a:pt x="3" y="0"/>
                  </a:lnTo>
                  <a:lnTo>
                    <a:pt x="3" y="0"/>
                  </a:lnTo>
                  <a:lnTo>
                    <a:pt x="7" y="2"/>
                  </a:lnTo>
                  <a:lnTo>
                    <a:pt x="9" y="3"/>
                  </a:lnTo>
                  <a:lnTo>
                    <a:pt x="9" y="3"/>
                  </a:lnTo>
                  <a:lnTo>
                    <a:pt x="7" y="7"/>
                  </a:lnTo>
                  <a:lnTo>
                    <a:pt x="3" y="7"/>
                  </a:lnTo>
                  <a:lnTo>
                    <a:pt x="3" y="7"/>
                  </a:lnTo>
                  <a:lnTo>
                    <a:pt x="1" y="7"/>
                  </a:lnTo>
                  <a:lnTo>
                    <a:pt x="0" y="3"/>
                  </a:lnTo>
                  <a:lnTo>
                    <a:pt x="0" y="3"/>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Rectangle 755"/>
            <p:cNvSpPr>
              <a:spLocks noChangeArrowheads="1"/>
            </p:cNvSpPr>
            <p:nvPr/>
          </p:nvSpPr>
          <p:spPr bwMode="auto">
            <a:xfrm>
              <a:off x="6129337" y="2413001"/>
              <a:ext cx="100013" cy="269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756"/>
            <p:cNvSpPr>
              <a:spLocks noChangeArrowheads="1"/>
            </p:cNvSpPr>
            <p:nvPr/>
          </p:nvSpPr>
          <p:spPr bwMode="auto">
            <a:xfrm>
              <a:off x="6132512" y="2417763"/>
              <a:ext cx="1588"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Rectangle 757"/>
            <p:cNvSpPr>
              <a:spLocks noChangeArrowheads="1"/>
            </p:cNvSpPr>
            <p:nvPr/>
          </p:nvSpPr>
          <p:spPr bwMode="auto">
            <a:xfrm>
              <a:off x="6138862" y="2417763"/>
              <a:ext cx="3175"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Rectangle 758"/>
            <p:cNvSpPr>
              <a:spLocks noChangeArrowheads="1"/>
            </p:cNvSpPr>
            <p:nvPr/>
          </p:nvSpPr>
          <p:spPr bwMode="auto">
            <a:xfrm>
              <a:off x="6145212" y="2417763"/>
              <a:ext cx="1588"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Rectangle 759"/>
            <p:cNvSpPr>
              <a:spLocks noChangeArrowheads="1"/>
            </p:cNvSpPr>
            <p:nvPr/>
          </p:nvSpPr>
          <p:spPr bwMode="auto">
            <a:xfrm>
              <a:off x="6149975" y="2417763"/>
              <a:ext cx="3175"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Rectangle 760"/>
            <p:cNvSpPr>
              <a:spLocks noChangeArrowheads="1"/>
            </p:cNvSpPr>
            <p:nvPr/>
          </p:nvSpPr>
          <p:spPr bwMode="auto">
            <a:xfrm>
              <a:off x="6156325" y="2417763"/>
              <a:ext cx="3175"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Rectangle 761"/>
            <p:cNvSpPr>
              <a:spLocks noChangeArrowheads="1"/>
            </p:cNvSpPr>
            <p:nvPr/>
          </p:nvSpPr>
          <p:spPr bwMode="auto">
            <a:xfrm>
              <a:off x="6161087" y="2417763"/>
              <a:ext cx="1588"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762"/>
            <p:cNvSpPr>
              <a:spLocks/>
            </p:cNvSpPr>
            <p:nvPr/>
          </p:nvSpPr>
          <p:spPr bwMode="auto">
            <a:xfrm>
              <a:off x="6213475" y="2424113"/>
              <a:ext cx="6350" cy="4763"/>
            </a:xfrm>
            <a:custGeom>
              <a:avLst/>
              <a:gdLst>
                <a:gd name="T0" fmla="*/ 0 w 9"/>
                <a:gd name="T1" fmla="*/ 4 h 7"/>
                <a:gd name="T2" fmla="*/ 0 w 9"/>
                <a:gd name="T3" fmla="*/ 4 h 7"/>
                <a:gd name="T4" fmla="*/ 1 w 9"/>
                <a:gd name="T5" fmla="*/ 0 h 7"/>
                <a:gd name="T6" fmla="*/ 3 w 9"/>
                <a:gd name="T7" fmla="*/ 0 h 7"/>
                <a:gd name="T8" fmla="*/ 3 w 9"/>
                <a:gd name="T9" fmla="*/ 0 h 7"/>
                <a:gd name="T10" fmla="*/ 7 w 9"/>
                <a:gd name="T11" fmla="*/ 0 h 7"/>
                <a:gd name="T12" fmla="*/ 9 w 9"/>
                <a:gd name="T13" fmla="*/ 4 h 7"/>
                <a:gd name="T14" fmla="*/ 9 w 9"/>
                <a:gd name="T15" fmla="*/ 4 h 7"/>
                <a:gd name="T16" fmla="*/ 7 w 9"/>
                <a:gd name="T17" fmla="*/ 7 h 7"/>
                <a:gd name="T18" fmla="*/ 3 w 9"/>
                <a:gd name="T19" fmla="*/ 7 h 7"/>
                <a:gd name="T20" fmla="*/ 3 w 9"/>
                <a:gd name="T21" fmla="*/ 7 h 7"/>
                <a:gd name="T22" fmla="*/ 1 w 9"/>
                <a:gd name="T23" fmla="*/ 7 h 7"/>
                <a:gd name="T24" fmla="*/ 0 w 9"/>
                <a:gd name="T25" fmla="*/ 4 h 7"/>
                <a:gd name="T26" fmla="*/ 0 w 9"/>
                <a:gd name="T27" fmla="*/ 4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4"/>
                  </a:moveTo>
                  <a:lnTo>
                    <a:pt x="0" y="4"/>
                  </a:lnTo>
                  <a:lnTo>
                    <a:pt x="1" y="0"/>
                  </a:lnTo>
                  <a:lnTo>
                    <a:pt x="3" y="0"/>
                  </a:lnTo>
                  <a:lnTo>
                    <a:pt x="3" y="0"/>
                  </a:lnTo>
                  <a:lnTo>
                    <a:pt x="7" y="0"/>
                  </a:lnTo>
                  <a:lnTo>
                    <a:pt x="9" y="4"/>
                  </a:lnTo>
                  <a:lnTo>
                    <a:pt x="9" y="4"/>
                  </a:lnTo>
                  <a:lnTo>
                    <a:pt x="7" y="7"/>
                  </a:lnTo>
                  <a:lnTo>
                    <a:pt x="3" y="7"/>
                  </a:lnTo>
                  <a:lnTo>
                    <a:pt x="3" y="7"/>
                  </a:lnTo>
                  <a:lnTo>
                    <a:pt x="1" y="7"/>
                  </a:lnTo>
                  <a:lnTo>
                    <a:pt x="0" y="4"/>
                  </a:lnTo>
                  <a:lnTo>
                    <a:pt x="0" y="4"/>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Rectangle 763"/>
            <p:cNvSpPr>
              <a:spLocks noChangeArrowheads="1"/>
            </p:cNvSpPr>
            <p:nvPr/>
          </p:nvSpPr>
          <p:spPr bwMode="auto">
            <a:xfrm>
              <a:off x="6129337" y="2446338"/>
              <a:ext cx="100013" cy="2540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Rectangle 764"/>
            <p:cNvSpPr>
              <a:spLocks noChangeArrowheads="1"/>
            </p:cNvSpPr>
            <p:nvPr/>
          </p:nvSpPr>
          <p:spPr bwMode="auto">
            <a:xfrm>
              <a:off x="6132512" y="2451101"/>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Rectangle 765"/>
            <p:cNvSpPr>
              <a:spLocks noChangeArrowheads="1"/>
            </p:cNvSpPr>
            <p:nvPr/>
          </p:nvSpPr>
          <p:spPr bwMode="auto">
            <a:xfrm>
              <a:off x="6138862" y="2451101"/>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Rectangle 766"/>
            <p:cNvSpPr>
              <a:spLocks noChangeArrowheads="1"/>
            </p:cNvSpPr>
            <p:nvPr/>
          </p:nvSpPr>
          <p:spPr bwMode="auto">
            <a:xfrm>
              <a:off x="6145212" y="2451101"/>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Rectangle 767"/>
            <p:cNvSpPr>
              <a:spLocks noChangeArrowheads="1"/>
            </p:cNvSpPr>
            <p:nvPr/>
          </p:nvSpPr>
          <p:spPr bwMode="auto">
            <a:xfrm>
              <a:off x="6149975" y="2451101"/>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Rectangle 768"/>
            <p:cNvSpPr>
              <a:spLocks noChangeArrowheads="1"/>
            </p:cNvSpPr>
            <p:nvPr/>
          </p:nvSpPr>
          <p:spPr bwMode="auto">
            <a:xfrm>
              <a:off x="6156325" y="2451101"/>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Rectangle 769"/>
            <p:cNvSpPr>
              <a:spLocks noChangeArrowheads="1"/>
            </p:cNvSpPr>
            <p:nvPr/>
          </p:nvSpPr>
          <p:spPr bwMode="auto">
            <a:xfrm>
              <a:off x="6161087" y="2451101"/>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770"/>
            <p:cNvSpPr>
              <a:spLocks/>
            </p:cNvSpPr>
            <p:nvPr/>
          </p:nvSpPr>
          <p:spPr bwMode="auto">
            <a:xfrm>
              <a:off x="6213475" y="2455863"/>
              <a:ext cx="6350" cy="6350"/>
            </a:xfrm>
            <a:custGeom>
              <a:avLst/>
              <a:gdLst>
                <a:gd name="T0" fmla="*/ 0 w 9"/>
                <a:gd name="T1" fmla="*/ 3 h 7"/>
                <a:gd name="T2" fmla="*/ 0 w 9"/>
                <a:gd name="T3" fmla="*/ 3 h 7"/>
                <a:gd name="T4" fmla="*/ 1 w 9"/>
                <a:gd name="T5" fmla="*/ 1 h 7"/>
                <a:gd name="T6" fmla="*/ 3 w 9"/>
                <a:gd name="T7" fmla="*/ 0 h 7"/>
                <a:gd name="T8" fmla="*/ 3 w 9"/>
                <a:gd name="T9" fmla="*/ 0 h 7"/>
                <a:gd name="T10" fmla="*/ 7 w 9"/>
                <a:gd name="T11" fmla="*/ 1 h 7"/>
                <a:gd name="T12" fmla="*/ 9 w 9"/>
                <a:gd name="T13" fmla="*/ 3 h 7"/>
                <a:gd name="T14" fmla="*/ 9 w 9"/>
                <a:gd name="T15" fmla="*/ 3 h 7"/>
                <a:gd name="T16" fmla="*/ 7 w 9"/>
                <a:gd name="T17" fmla="*/ 7 h 7"/>
                <a:gd name="T18" fmla="*/ 3 w 9"/>
                <a:gd name="T19" fmla="*/ 7 h 7"/>
                <a:gd name="T20" fmla="*/ 3 w 9"/>
                <a:gd name="T21" fmla="*/ 7 h 7"/>
                <a:gd name="T22" fmla="*/ 1 w 9"/>
                <a:gd name="T23" fmla="*/ 7 h 7"/>
                <a:gd name="T24" fmla="*/ 0 w 9"/>
                <a:gd name="T25" fmla="*/ 3 h 7"/>
                <a:gd name="T26" fmla="*/ 0 w 9"/>
                <a:gd name="T27"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3"/>
                  </a:moveTo>
                  <a:lnTo>
                    <a:pt x="0" y="3"/>
                  </a:lnTo>
                  <a:lnTo>
                    <a:pt x="1" y="1"/>
                  </a:lnTo>
                  <a:lnTo>
                    <a:pt x="3" y="0"/>
                  </a:lnTo>
                  <a:lnTo>
                    <a:pt x="3" y="0"/>
                  </a:lnTo>
                  <a:lnTo>
                    <a:pt x="7" y="1"/>
                  </a:lnTo>
                  <a:lnTo>
                    <a:pt x="9" y="3"/>
                  </a:lnTo>
                  <a:lnTo>
                    <a:pt x="9" y="3"/>
                  </a:lnTo>
                  <a:lnTo>
                    <a:pt x="7" y="7"/>
                  </a:lnTo>
                  <a:lnTo>
                    <a:pt x="3" y="7"/>
                  </a:lnTo>
                  <a:lnTo>
                    <a:pt x="3" y="7"/>
                  </a:lnTo>
                  <a:lnTo>
                    <a:pt x="1" y="7"/>
                  </a:lnTo>
                  <a:lnTo>
                    <a:pt x="0" y="3"/>
                  </a:lnTo>
                  <a:lnTo>
                    <a:pt x="0" y="3"/>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Rectangle 771"/>
            <p:cNvSpPr>
              <a:spLocks noChangeArrowheads="1"/>
            </p:cNvSpPr>
            <p:nvPr/>
          </p:nvSpPr>
          <p:spPr bwMode="auto">
            <a:xfrm>
              <a:off x="6129337" y="2481263"/>
              <a:ext cx="100013" cy="23813"/>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Rectangle 772"/>
            <p:cNvSpPr>
              <a:spLocks noChangeArrowheads="1"/>
            </p:cNvSpPr>
            <p:nvPr/>
          </p:nvSpPr>
          <p:spPr bwMode="auto">
            <a:xfrm>
              <a:off x="6132512" y="2482851"/>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773"/>
            <p:cNvSpPr>
              <a:spLocks noChangeArrowheads="1"/>
            </p:cNvSpPr>
            <p:nvPr/>
          </p:nvSpPr>
          <p:spPr bwMode="auto">
            <a:xfrm>
              <a:off x="6138862" y="2482851"/>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Rectangle 774"/>
            <p:cNvSpPr>
              <a:spLocks noChangeArrowheads="1"/>
            </p:cNvSpPr>
            <p:nvPr/>
          </p:nvSpPr>
          <p:spPr bwMode="auto">
            <a:xfrm>
              <a:off x="6145212" y="2482851"/>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Rectangle 775"/>
            <p:cNvSpPr>
              <a:spLocks noChangeArrowheads="1"/>
            </p:cNvSpPr>
            <p:nvPr/>
          </p:nvSpPr>
          <p:spPr bwMode="auto">
            <a:xfrm>
              <a:off x="6149975" y="2482851"/>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776"/>
            <p:cNvSpPr>
              <a:spLocks noChangeArrowheads="1"/>
            </p:cNvSpPr>
            <p:nvPr/>
          </p:nvSpPr>
          <p:spPr bwMode="auto">
            <a:xfrm>
              <a:off x="6156325" y="2482851"/>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Rectangle 777"/>
            <p:cNvSpPr>
              <a:spLocks noChangeArrowheads="1"/>
            </p:cNvSpPr>
            <p:nvPr/>
          </p:nvSpPr>
          <p:spPr bwMode="auto">
            <a:xfrm>
              <a:off x="6161087" y="2482851"/>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778"/>
            <p:cNvSpPr>
              <a:spLocks/>
            </p:cNvSpPr>
            <p:nvPr/>
          </p:nvSpPr>
          <p:spPr bwMode="auto">
            <a:xfrm>
              <a:off x="6213475" y="2489201"/>
              <a:ext cx="6350" cy="4763"/>
            </a:xfrm>
            <a:custGeom>
              <a:avLst/>
              <a:gdLst>
                <a:gd name="T0" fmla="*/ 0 w 9"/>
                <a:gd name="T1" fmla="*/ 4 h 5"/>
                <a:gd name="T2" fmla="*/ 0 w 9"/>
                <a:gd name="T3" fmla="*/ 4 h 5"/>
                <a:gd name="T4" fmla="*/ 1 w 9"/>
                <a:gd name="T5" fmla="*/ 2 h 5"/>
                <a:gd name="T6" fmla="*/ 3 w 9"/>
                <a:gd name="T7" fmla="*/ 0 h 5"/>
                <a:gd name="T8" fmla="*/ 3 w 9"/>
                <a:gd name="T9" fmla="*/ 0 h 5"/>
                <a:gd name="T10" fmla="*/ 7 w 9"/>
                <a:gd name="T11" fmla="*/ 2 h 5"/>
                <a:gd name="T12" fmla="*/ 9 w 9"/>
                <a:gd name="T13" fmla="*/ 4 h 5"/>
                <a:gd name="T14" fmla="*/ 9 w 9"/>
                <a:gd name="T15" fmla="*/ 4 h 5"/>
                <a:gd name="T16" fmla="*/ 7 w 9"/>
                <a:gd name="T17" fmla="*/ 5 h 5"/>
                <a:gd name="T18" fmla="*/ 3 w 9"/>
                <a:gd name="T19" fmla="*/ 5 h 5"/>
                <a:gd name="T20" fmla="*/ 3 w 9"/>
                <a:gd name="T21" fmla="*/ 5 h 5"/>
                <a:gd name="T22" fmla="*/ 1 w 9"/>
                <a:gd name="T23" fmla="*/ 5 h 5"/>
                <a:gd name="T24" fmla="*/ 0 w 9"/>
                <a:gd name="T25" fmla="*/ 4 h 5"/>
                <a:gd name="T26" fmla="*/ 0 w 9"/>
                <a:gd name="T27"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5">
                  <a:moveTo>
                    <a:pt x="0" y="4"/>
                  </a:moveTo>
                  <a:lnTo>
                    <a:pt x="0" y="4"/>
                  </a:lnTo>
                  <a:lnTo>
                    <a:pt x="1" y="2"/>
                  </a:lnTo>
                  <a:lnTo>
                    <a:pt x="3" y="0"/>
                  </a:lnTo>
                  <a:lnTo>
                    <a:pt x="3" y="0"/>
                  </a:lnTo>
                  <a:lnTo>
                    <a:pt x="7" y="2"/>
                  </a:lnTo>
                  <a:lnTo>
                    <a:pt x="9" y="4"/>
                  </a:lnTo>
                  <a:lnTo>
                    <a:pt x="9" y="4"/>
                  </a:lnTo>
                  <a:lnTo>
                    <a:pt x="7" y="5"/>
                  </a:lnTo>
                  <a:lnTo>
                    <a:pt x="3" y="5"/>
                  </a:lnTo>
                  <a:lnTo>
                    <a:pt x="3" y="5"/>
                  </a:lnTo>
                  <a:lnTo>
                    <a:pt x="1" y="5"/>
                  </a:lnTo>
                  <a:lnTo>
                    <a:pt x="0" y="4"/>
                  </a:lnTo>
                  <a:lnTo>
                    <a:pt x="0" y="4"/>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Rectangle 779"/>
            <p:cNvSpPr>
              <a:spLocks noChangeArrowheads="1"/>
            </p:cNvSpPr>
            <p:nvPr/>
          </p:nvSpPr>
          <p:spPr bwMode="auto">
            <a:xfrm>
              <a:off x="6129337" y="2511426"/>
              <a:ext cx="100013" cy="269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Rectangle 780"/>
            <p:cNvSpPr>
              <a:spLocks noChangeArrowheads="1"/>
            </p:cNvSpPr>
            <p:nvPr/>
          </p:nvSpPr>
          <p:spPr bwMode="auto">
            <a:xfrm>
              <a:off x="6132512" y="2514601"/>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Rectangle 781"/>
            <p:cNvSpPr>
              <a:spLocks noChangeArrowheads="1"/>
            </p:cNvSpPr>
            <p:nvPr/>
          </p:nvSpPr>
          <p:spPr bwMode="auto">
            <a:xfrm>
              <a:off x="6138862" y="2514601"/>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Rectangle 782"/>
            <p:cNvSpPr>
              <a:spLocks noChangeArrowheads="1"/>
            </p:cNvSpPr>
            <p:nvPr/>
          </p:nvSpPr>
          <p:spPr bwMode="auto">
            <a:xfrm>
              <a:off x="6145212" y="2514601"/>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783"/>
            <p:cNvSpPr>
              <a:spLocks noChangeArrowheads="1"/>
            </p:cNvSpPr>
            <p:nvPr/>
          </p:nvSpPr>
          <p:spPr bwMode="auto">
            <a:xfrm>
              <a:off x="6149975" y="2514601"/>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Rectangle 784"/>
            <p:cNvSpPr>
              <a:spLocks noChangeArrowheads="1"/>
            </p:cNvSpPr>
            <p:nvPr/>
          </p:nvSpPr>
          <p:spPr bwMode="auto">
            <a:xfrm>
              <a:off x="6156325" y="2514601"/>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785"/>
            <p:cNvSpPr>
              <a:spLocks noChangeArrowheads="1"/>
            </p:cNvSpPr>
            <p:nvPr/>
          </p:nvSpPr>
          <p:spPr bwMode="auto">
            <a:xfrm>
              <a:off x="6161087" y="2514601"/>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786"/>
            <p:cNvSpPr>
              <a:spLocks/>
            </p:cNvSpPr>
            <p:nvPr/>
          </p:nvSpPr>
          <p:spPr bwMode="auto">
            <a:xfrm>
              <a:off x="6213475" y="2520951"/>
              <a:ext cx="6350" cy="6350"/>
            </a:xfrm>
            <a:custGeom>
              <a:avLst/>
              <a:gdLst>
                <a:gd name="T0" fmla="*/ 0 w 9"/>
                <a:gd name="T1" fmla="*/ 6 h 9"/>
                <a:gd name="T2" fmla="*/ 0 w 9"/>
                <a:gd name="T3" fmla="*/ 6 h 9"/>
                <a:gd name="T4" fmla="*/ 1 w 9"/>
                <a:gd name="T5" fmla="*/ 2 h 9"/>
                <a:gd name="T6" fmla="*/ 3 w 9"/>
                <a:gd name="T7" fmla="*/ 0 h 9"/>
                <a:gd name="T8" fmla="*/ 3 w 9"/>
                <a:gd name="T9" fmla="*/ 0 h 9"/>
                <a:gd name="T10" fmla="*/ 7 w 9"/>
                <a:gd name="T11" fmla="*/ 2 h 9"/>
                <a:gd name="T12" fmla="*/ 9 w 9"/>
                <a:gd name="T13" fmla="*/ 6 h 9"/>
                <a:gd name="T14" fmla="*/ 9 w 9"/>
                <a:gd name="T15" fmla="*/ 6 h 9"/>
                <a:gd name="T16" fmla="*/ 7 w 9"/>
                <a:gd name="T17" fmla="*/ 8 h 9"/>
                <a:gd name="T18" fmla="*/ 3 w 9"/>
                <a:gd name="T19" fmla="*/ 9 h 9"/>
                <a:gd name="T20" fmla="*/ 3 w 9"/>
                <a:gd name="T21" fmla="*/ 9 h 9"/>
                <a:gd name="T22" fmla="*/ 1 w 9"/>
                <a:gd name="T23" fmla="*/ 8 h 9"/>
                <a:gd name="T24" fmla="*/ 0 w 9"/>
                <a:gd name="T25" fmla="*/ 6 h 9"/>
                <a:gd name="T26" fmla="*/ 0 w 9"/>
                <a:gd name="T27" fmla="*/ 6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9">
                  <a:moveTo>
                    <a:pt x="0" y="6"/>
                  </a:moveTo>
                  <a:lnTo>
                    <a:pt x="0" y="6"/>
                  </a:lnTo>
                  <a:lnTo>
                    <a:pt x="1" y="2"/>
                  </a:lnTo>
                  <a:lnTo>
                    <a:pt x="3" y="0"/>
                  </a:lnTo>
                  <a:lnTo>
                    <a:pt x="3" y="0"/>
                  </a:lnTo>
                  <a:lnTo>
                    <a:pt x="7" y="2"/>
                  </a:lnTo>
                  <a:lnTo>
                    <a:pt x="9" y="6"/>
                  </a:lnTo>
                  <a:lnTo>
                    <a:pt x="9" y="6"/>
                  </a:lnTo>
                  <a:lnTo>
                    <a:pt x="7" y="8"/>
                  </a:lnTo>
                  <a:lnTo>
                    <a:pt x="3" y="9"/>
                  </a:lnTo>
                  <a:lnTo>
                    <a:pt x="3" y="9"/>
                  </a:lnTo>
                  <a:lnTo>
                    <a:pt x="1" y="8"/>
                  </a:lnTo>
                  <a:lnTo>
                    <a:pt x="0" y="6"/>
                  </a:lnTo>
                  <a:lnTo>
                    <a:pt x="0" y="6"/>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787"/>
            <p:cNvSpPr>
              <a:spLocks noChangeArrowheads="1"/>
            </p:cNvSpPr>
            <p:nvPr/>
          </p:nvSpPr>
          <p:spPr bwMode="auto">
            <a:xfrm>
              <a:off x="6129337" y="2544763"/>
              <a:ext cx="100013" cy="23813"/>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788"/>
            <p:cNvSpPr>
              <a:spLocks noChangeArrowheads="1"/>
            </p:cNvSpPr>
            <p:nvPr/>
          </p:nvSpPr>
          <p:spPr bwMode="auto">
            <a:xfrm>
              <a:off x="6132512" y="25479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789"/>
            <p:cNvSpPr>
              <a:spLocks noChangeArrowheads="1"/>
            </p:cNvSpPr>
            <p:nvPr/>
          </p:nvSpPr>
          <p:spPr bwMode="auto">
            <a:xfrm>
              <a:off x="6138862" y="25479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790"/>
            <p:cNvSpPr>
              <a:spLocks noChangeArrowheads="1"/>
            </p:cNvSpPr>
            <p:nvPr/>
          </p:nvSpPr>
          <p:spPr bwMode="auto">
            <a:xfrm>
              <a:off x="6145212" y="25479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Rectangle 791"/>
            <p:cNvSpPr>
              <a:spLocks noChangeArrowheads="1"/>
            </p:cNvSpPr>
            <p:nvPr/>
          </p:nvSpPr>
          <p:spPr bwMode="auto">
            <a:xfrm>
              <a:off x="6149975" y="25479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Rectangle 792"/>
            <p:cNvSpPr>
              <a:spLocks noChangeArrowheads="1"/>
            </p:cNvSpPr>
            <p:nvPr/>
          </p:nvSpPr>
          <p:spPr bwMode="auto">
            <a:xfrm>
              <a:off x="6156325" y="25479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793"/>
            <p:cNvSpPr>
              <a:spLocks noChangeArrowheads="1"/>
            </p:cNvSpPr>
            <p:nvPr/>
          </p:nvSpPr>
          <p:spPr bwMode="auto">
            <a:xfrm>
              <a:off x="6161087" y="25479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794"/>
            <p:cNvSpPr>
              <a:spLocks/>
            </p:cNvSpPr>
            <p:nvPr/>
          </p:nvSpPr>
          <p:spPr bwMode="auto">
            <a:xfrm>
              <a:off x="6213475" y="2554288"/>
              <a:ext cx="6350" cy="6350"/>
            </a:xfrm>
            <a:custGeom>
              <a:avLst/>
              <a:gdLst>
                <a:gd name="T0" fmla="*/ 0 w 9"/>
                <a:gd name="T1" fmla="*/ 3 h 7"/>
                <a:gd name="T2" fmla="*/ 0 w 9"/>
                <a:gd name="T3" fmla="*/ 3 h 7"/>
                <a:gd name="T4" fmla="*/ 1 w 9"/>
                <a:gd name="T5" fmla="*/ 0 h 7"/>
                <a:gd name="T6" fmla="*/ 3 w 9"/>
                <a:gd name="T7" fmla="*/ 0 h 7"/>
                <a:gd name="T8" fmla="*/ 3 w 9"/>
                <a:gd name="T9" fmla="*/ 0 h 7"/>
                <a:gd name="T10" fmla="*/ 7 w 9"/>
                <a:gd name="T11" fmla="*/ 0 h 7"/>
                <a:gd name="T12" fmla="*/ 9 w 9"/>
                <a:gd name="T13" fmla="*/ 3 h 7"/>
                <a:gd name="T14" fmla="*/ 9 w 9"/>
                <a:gd name="T15" fmla="*/ 3 h 7"/>
                <a:gd name="T16" fmla="*/ 7 w 9"/>
                <a:gd name="T17" fmla="*/ 5 h 7"/>
                <a:gd name="T18" fmla="*/ 3 w 9"/>
                <a:gd name="T19" fmla="*/ 7 h 7"/>
                <a:gd name="T20" fmla="*/ 3 w 9"/>
                <a:gd name="T21" fmla="*/ 7 h 7"/>
                <a:gd name="T22" fmla="*/ 1 w 9"/>
                <a:gd name="T23" fmla="*/ 5 h 7"/>
                <a:gd name="T24" fmla="*/ 0 w 9"/>
                <a:gd name="T25" fmla="*/ 3 h 7"/>
                <a:gd name="T26" fmla="*/ 0 w 9"/>
                <a:gd name="T27"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3"/>
                  </a:moveTo>
                  <a:lnTo>
                    <a:pt x="0" y="3"/>
                  </a:lnTo>
                  <a:lnTo>
                    <a:pt x="1" y="0"/>
                  </a:lnTo>
                  <a:lnTo>
                    <a:pt x="3" y="0"/>
                  </a:lnTo>
                  <a:lnTo>
                    <a:pt x="3" y="0"/>
                  </a:lnTo>
                  <a:lnTo>
                    <a:pt x="7" y="0"/>
                  </a:lnTo>
                  <a:lnTo>
                    <a:pt x="9" y="3"/>
                  </a:lnTo>
                  <a:lnTo>
                    <a:pt x="9" y="3"/>
                  </a:lnTo>
                  <a:lnTo>
                    <a:pt x="7" y="5"/>
                  </a:lnTo>
                  <a:lnTo>
                    <a:pt x="3" y="7"/>
                  </a:lnTo>
                  <a:lnTo>
                    <a:pt x="3" y="7"/>
                  </a:lnTo>
                  <a:lnTo>
                    <a:pt x="1" y="5"/>
                  </a:lnTo>
                  <a:lnTo>
                    <a:pt x="0" y="3"/>
                  </a:lnTo>
                  <a:lnTo>
                    <a:pt x="0" y="3"/>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795"/>
            <p:cNvSpPr>
              <a:spLocks noChangeArrowheads="1"/>
            </p:cNvSpPr>
            <p:nvPr/>
          </p:nvSpPr>
          <p:spPr bwMode="auto">
            <a:xfrm>
              <a:off x="6108700" y="2325688"/>
              <a:ext cx="138113" cy="290513"/>
            </a:xfrm>
            <a:prstGeom prst="rect">
              <a:avLst/>
            </a:prstGeom>
            <a:solidFill>
              <a:srgbClr val="6821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Rectangle 796"/>
            <p:cNvSpPr>
              <a:spLocks noChangeArrowheads="1"/>
            </p:cNvSpPr>
            <p:nvPr/>
          </p:nvSpPr>
          <p:spPr bwMode="auto">
            <a:xfrm>
              <a:off x="6122987" y="2339976"/>
              <a:ext cx="112713" cy="252413"/>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Rectangle 797"/>
            <p:cNvSpPr>
              <a:spLocks noChangeArrowheads="1"/>
            </p:cNvSpPr>
            <p:nvPr/>
          </p:nvSpPr>
          <p:spPr bwMode="auto">
            <a:xfrm>
              <a:off x="6129337" y="2347913"/>
              <a:ext cx="100013" cy="269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798"/>
            <p:cNvSpPr>
              <a:spLocks noChangeArrowheads="1"/>
            </p:cNvSpPr>
            <p:nvPr/>
          </p:nvSpPr>
          <p:spPr bwMode="auto">
            <a:xfrm>
              <a:off x="6132512" y="2352676"/>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Rectangle 799"/>
            <p:cNvSpPr>
              <a:spLocks noChangeArrowheads="1"/>
            </p:cNvSpPr>
            <p:nvPr/>
          </p:nvSpPr>
          <p:spPr bwMode="auto">
            <a:xfrm>
              <a:off x="6138862" y="2352676"/>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800"/>
            <p:cNvSpPr>
              <a:spLocks noChangeArrowheads="1"/>
            </p:cNvSpPr>
            <p:nvPr/>
          </p:nvSpPr>
          <p:spPr bwMode="auto">
            <a:xfrm>
              <a:off x="6145212" y="2352676"/>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Rectangle 801"/>
            <p:cNvSpPr>
              <a:spLocks noChangeArrowheads="1"/>
            </p:cNvSpPr>
            <p:nvPr/>
          </p:nvSpPr>
          <p:spPr bwMode="auto">
            <a:xfrm>
              <a:off x="6149975" y="2352676"/>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Rectangle 802"/>
            <p:cNvSpPr>
              <a:spLocks noChangeArrowheads="1"/>
            </p:cNvSpPr>
            <p:nvPr/>
          </p:nvSpPr>
          <p:spPr bwMode="auto">
            <a:xfrm>
              <a:off x="6156325" y="2352676"/>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Rectangle 803"/>
            <p:cNvSpPr>
              <a:spLocks noChangeArrowheads="1"/>
            </p:cNvSpPr>
            <p:nvPr/>
          </p:nvSpPr>
          <p:spPr bwMode="auto">
            <a:xfrm>
              <a:off x="6161087" y="2352676"/>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804"/>
            <p:cNvSpPr>
              <a:spLocks/>
            </p:cNvSpPr>
            <p:nvPr/>
          </p:nvSpPr>
          <p:spPr bwMode="auto">
            <a:xfrm>
              <a:off x="6213475" y="2357438"/>
              <a:ext cx="6350" cy="7938"/>
            </a:xfrm>
            <a:custGeom>
              <a:avLst/>
              <a:gdLst>
                <a:gd name="T0" fmla="*/ 0 w 9"/>
                <a:gd name="T1" fmla="*/ 5 h 9"/>
                <a:gd name="T2" fmla="*/ 0 w 9"/>
                <a:gd name="T3" fmla="*/ 5 h 9"/>
                <a:gd name="T4" fmla="*/ 1 w 9"/>
                <a:gd name="T5" fmla="*/ 1 h 9"/>
                <a:gd name="T6" fmla="*/ 3 w 9"/>
                <a:gd name="T7" fmla="*/ 0 h 9"/>
                <a:gd name="T8" fmla="*/ 3 w 9"/>
                <a:gd name="T9" fmla="*/ 0 h 9"/>
                <a:gd name="T10" fmla="*/ 7 w 9"/>
                <a:gd name="T11" fmla="*/ 1 h 9"/>
                <a:gd name="T12" fmla="*/ 9 w 9"/>
                <a:gd name="T13" fmla="*/ 5 h 9"/>
                <a:gd name="T14" fmla="*/ 9 w 9"/>
                <a:gd name="T15" fmla="*/ 5 h 9"/>
                <a:gd name="T16" fmla="*/ 7 w 9"/>
                <a:gd name="T17" fmla="*/ 7 h 9"/>
                <a:gd name="T18" fmla="*/ 3 w 9"/>
                <a:gd name="T19" fmla="*/ 9 h 9"/>
                <a:gd name="T20" fmla="*/ 3 w 9"/>
                <a:gd name="T21" fmla="*/ 9 h 9"/>
                <a:gd name="T22" fmla="*/ 1 w 9"/>
                <a:gd name="T23" fmla="*/ 7 h 9"/>
                <a:gd name="T24" fmla="*/ 0 w 9"/>
                <a:gd name="T25" fmla="*/ 5 h 9"/>
                <a:gd name="T26" fmla="*/ 0 w 9"/>
                <a:gd name="T27"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9">
                  <a:moveTo>
                    <a:pt x="0" y="5"/>
                  </a:moveTo>
                  <a:lnTo>
                    <a:pt x="0" y="5"/>
                  </a:lnTo>
                  <a:lnTo>
                    <a:pt x="1" y="1"/>
                  </a:lnTo>
                  <a:lnTo>
                    <a:pt x="3" y="0"/>
                  </a:lnTo>
                  <a:lnTo>
                    <a:pt x="3" y="0"/>
                  </a:lnTo>
                  <a:lnTo>
                    <a:pt x="7" y="1"/>
                  </a:lnTo>
                  <a:lnTo>
                    <a:pt x="9" y="5"/>
                  </a:lnTo>
                  <a:lnTo>
                    <a:pt x="9" y="5"/>
                  </a:lnTo>
                  <a:lnTo>
                    <a:pt x="7" y="7"/>
                  </a:lnTo>
                  <a:lnTo>
                    <a:pt x="3" y="9"/>
                  </a:lnTo>
                  <a:lnTo>
                    <a:pt x="3" y="9"/>
                  </a:lnTo>
                  <a:lnTo>
                    <a:pt x="1" y="7"/>
                  </a:lnTo>
                  <a:lnTo>
                    <a:pt x="0" y="5"/>
                  </a:lnTo>
                  <a:lnTo>
                    <a:pt x="0" y="5"/>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Rectangle 805"/>
            <p:cNvSpPr>
              <a:spLocks noChangeArrowheads="1"/>
            </p:cNvSpPr>
            <p:nvPr/>
          </p:nvSpPr>
          <p:spPr bwMode="auto">
            <a:xfrm>
              <a:off x="6129337" y="2381251"/>
              <a:ext cx="100013" cy="2540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Rectangle 806"/>
            <p:cNvSpPr>
              <a:spLocks noChangeArrowheads="1"/>
            </p:cNvSpPr>
            <p:nvPr/>
          </p:nvSpPr>
          <p:spPr bwMode="auto">
            <a:xfrm>
              <a:off x="6132512" y="23828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Rectangle 807"/>
            <p:cNvSpPr>
              <a:spLocks noChangeArrowheads="1"/>
            </p:cNvSpPr>
            <p:nvPr/>
          </p:nvSpPr>
          <p:spPr bwMode="auto">
            <a:xfrm>
              <a:off x="6138862" y="23828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809"/>
            <p:cNvSpPr>
              <a:spLocks noChangeArrowheads="1"/>
            </p:cNvSpPr>
            <p:nvPr/>
          </p:nvSpPr>
          <p:spPr bwMode="auto">
            <a:xfrm>
              <a:off x="6145212" y="23828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Rectangle 810"/>
            <p:cNvSpPr>
              <a:spLocks noChangeArrowheads="1"/>
            </p:cNvSpPr>
            <p:nvPr/>
          </p:nvSpPr>
          <p:spPr bwMode="auto">
            <a:xfrm>
              <a:off x="6149975" y="23828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Rectangle 811"/>
            <p:cNvSpPr>
              <a:spLocks noChangeArrowheads="1"/>
            </p:cNvSpPr>
            <p:nvPr/>
          </p:nvSpPr>
          <p:spPr bwMode="auto">
            <a:xfrm>
              <a:off x="6156325" y="23828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Rectangle 812"/>
            <p:cNvSpPr>
              <a:spLocks noChangeArrowheads="1"/>
            </p:cNvSpPr>
            <p:nvPr/>
          </p:nvSpPr>
          <p:spPr bwMode="auto">
            <a:xfrm>
              <a:off x="6161087" y="23828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813"/>
            <p:cNvSpPr>
              <a:spLocks/>
            </p:cNvSpPr>
            <p:nvPr/>
          </p:nvSpPr>
          <p:spPr bwMode="auto">
            <a:xfrm>
              <a:off x="6213475" y="2390775"/>
              <a:ext cx="6350" cy="6350"/>
            </a:xfrm>
            <a:custGeom>
              <a:avLst/>
              <a:gdLst>
                <a:gd name="T0" fmla="*/ 0 w 9"/>
                <a:gd name="T1" fmla="*/ 3 h 7"/>
                <a:gd name="T2" fmla="*/ 0 w 9"/>
                <a:gd name="T3" fmla="*/ 3 h 7"/>
                <a:gd name="T4" fmla="*/ 1 w 9"/>
                <a:gd name="T5" fmla="*/ 2 h 7"/>
                <a:gd name="T6" fmla="*/ 3 w 9"/>
                <a:gd name="T7" fmla="*/ 0 h 7"/>
                <a:gd name="T8" fmla="*/ 3 w 9"/>
                <a:gd name="T9" fmla="*/ 0 h 7"/>
                <a:gd name="T10" fmla="*/ 7 w 9"/>
                <a:gd name="T11" fmla="*/ 2 h 7"/>
                <a:gd name="T12" fmla="*/ 9 w 9"/>
                <a:gd name="T13" fmla="*/ 3 h 7"/>
                <a:gd name="T14" fmla="*/ 9 w 9"/>
                <a:gd name="T15" fmla="*/ 3 h 7"/>
                <a:gd name="T16" fmla="*/ 7 w 9"/>
                <a:gd name="T17" fmla="*/ 7 h 7"/>
                <a:gd name="T18" fmla="*/ 3 w 9"/>
                <a:gd name="T19" fmla="*/ 7 h 7"/>
                <a:gd name="T20" fmla="*/ 3 w 9"/>
                <a:gd name="T21" fmla="*/ 7 h 7"/>
                <a:gd name="T22" fmla="*/ 1 w 9"/>
                <a:gd name="T23" fmla="*/ 7 h 7"/>
                <a:gd name="T24" fmla="*/ 0 w 9"/>
                <a:gd name="T25" fmla="*/ 3 h 7"/>
                <a:gd name="T26" fmla="*/ 0 w 9"/>
                <a:gd name="T27"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3"/>
                  </a:moveTo>
                  <a:lnTo>
                    <a:pt x="0" y="3"/>
                  </a:lnTo>
                  <a:lnTo>
                    <a:pt x="1" y="2"/>
                  </a:lnTo>
                  <a:lnTo>
                    <a:pt x="3" y="0"/>
                  </a:lnTo>
                  <a:lnTo>
                    <a:pt x="3" y="0"/>
                  </a:lnTo>
                  <a:lnTo>
                    <a:pt x="7" y="2"/>
                  </a:lnTo>
                  <a:lnTo>
                    <a:pt x="9" y="3"/>
                  </a:lnTo>
                  <a:lnTo>
                    <a:pt x="9" y="3"/>
                  </a:lnTo>
                  <a:lnTo>
                    <a:pt x="7" y="7"/>
                  </a:lnTo>
                  <a:lnTo>
                    <a:pt x="3" y="7"/>
                  </a:lnTo>
                  <a:lnTo>
                    <a:pt x="3" y="7"/>
                  </a:lnTo>
                  <a:lnTo>
                    <a:pt x="1" y="7"/>
                  </a:lnTo>
                  <a:lnTo>
                    <a:pt x="0" y="3"/>
                  </a:lnTo>
                  <a:lnTo>
                    <a:pt x="0" y="3"/>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814"/>
            <p:cNvSpPr>
              <a:spLocks noChangeArrowheads="1"/>
            </p:cNvSpPr>
            <p:nvPr/>
          </p:nvSpPr>
          <p:spPr bwMode="auto">
            <a:xfrm>
              <a:off x="6129337" y="2413000"/>
              <a:ext cx="100013" cy="269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Rectangle 815"/>
            <p:cNvSpPr>
              <a:spLocks noChangeArrowheads="1"/>
            </p:cNvSpPr>
            <p:nvPr/>
          </p:nvSpPr>
          <p:spPr bwMode="auto">
            <a:xfrm>
              <a:off x="6132512" y="2417763"/>
              <a:ext cx="1588"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Rectangle 816"/>
            <p:cNvSpPr>
              <a:spLocks noChangeArrowheads="1"/>
            </p:cNvSpPr>
            <p:nvPr/>
          </p:nvSpPr>
          <p:spPr bwMode="auto">
            <a:xfrm>
              <a:off x="6138862" y="2417763"/>
              <a:ext cx="3175"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Rectangle 817"/>
            <p:cNvSpPr>
              <a:spLocks noChangeArrowheads="1"/>
            </p:cNvSpPr>
            <p:nvPr/>
          </p:nvSpPr>
          <p:spPr bwMode="auto">
            <a:xfrm>
              <a:off x="6145212" y="2417763"/>
              <a:ext cx="1588"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Rectangle 818"/>
            <p:cNvSpPr>
              <a:spLocks noChangeArrowheads="1"/>
            </p:cNvSpPr>
            <p:nvPr/>
          </p:nvSpPr>
          <p:spPr bwMode="auto">
            <a:xfrm>
              <a:off x="6149975" y="2417763"/>
              <a:ext cx="3175"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Rectangle 819"/>
            <p:cNvSpPr>
              <a:spLocks noChangeArrowheads="1"/>
            </p:cNvSpPr>
            <p:nvPr/>
          </p:nvSpPr>
          <p:spPr bwMode="auto">
            <a:xfrm>
              <a:off x="6156325" y="2417763"/>
              <a:ext cx="3175"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Rectangle 820"/>
            <p:cNvSpPr>
              <a:spLocks noChangeArrowheads="1"/>
            </p:cNvSpPr>
            <p:nvPr/>
          </p:nvSpPr>
          <p:spPr bwMode="auto">
            <a:xfrm>
              <a:off x="6161087" y="2417763"/>
              <a:ext cx="1588" cy="1746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821"/>
            <p:cNvSpPr>
              <a:spLocks/>
            </p:cNvSpPr>
            <p:nvPr/>
          </p:nvSpPr>
          <p:spPr bwMode="auto">
            <a:xfrm>
              <a:off x="6213475" y="2424113"/>
              <a:ext cx="6350" cy="4763"/>
            </a:xfrm>
            <a:custGeom>
              <a:avLst/>
              <a:gdLst>
                <a:gd name="T0" fmla="*/ 0 w 9"/>
                <a:gd name="T1" fmla="*/ 4 h 7"/>
                <a:gd name="T2" fmla="*/ 0 w 9"/>
                <a:gd name="T3" fmla="*/ 4 h 7"/>
                <a:gd name="T4" fmla="*/ 1 w 9"/>
                <a:gd name="T5" fmla="*/ 0 h 7"/>
                <a:gd name="T6" fmla="*/ 3 w 9"/>
                <a:gd name="T7" fmla="*/ 0 h 7"/>
                <a:gd name="T8" fmla="*/ 3 w 9"/>
                <a:gd name="T9" fmla="*/ 0 h 7"/>
                <a:gd name="T10" fmla="*/ 7 w 9"/>
                <a:gd name="T11" fmla="*/ 0 h 7"/>
                <a:gd name="T12" fmla="*/ 9 w 9"/>
                <a:gd name="T13" fmla="*/ 4 h 7"/>
                <a:gd name="T14" fmla="*/ 9 w 9"/>
                <a:gd name="T15" fmla="*/ 4 h 7"/>
                <a:gd name="T16" fmla="*/ 7 w 9"/>
                <a:gd name="T17" fmla="*/ 7 h 7"/>
                <a:gd name="T18" fmla="*/ 3 w 9"/>
                <a:gd name="T19" fmla="*/ 7 h 7"/>
                <a:gd name="T20" fmla="*/ 3 w 9"/>
                <a:gd name="T21" fmla="*/ 7 h 7"/>
                <a:gd name="T22" fmla="*/ 1 w 9"/>
                <a:gd name="T23" fmla="*/ 7 h 7"/>
                <a:gd name="T24" fmla="*/ 0 w 9"/>
                <a:gd name="T25" fmla="*/ 4 h 7"/>
                <a:gd name="T26" fmla="*/ 0 w 9"/>
                <a:gd name="T27" fmla="*/ 4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4"/>
                  </a:moveTo>
                  <a:lnTo>
                    <a:pt x="0" y="4"/>
                  </a:lnTo>
                  <a:lnTo>
                    <a:pt x="1" y="0"/>
                  </a:lnTo>
                  <a:lnTo>
                    <a:pt x="3" y="0"/>
                  </a:lnTo>
                  <a:lnTo>
                    <a:pt x="3" y="0"/>
                  </a:lnTo>
                  <a:lnTo>
                    <a:pt x="7" y="0"/>
                  </a:lnTo>
                  <a:lnTo>
                    <a:pt x="9" y="4"/>
                  </a:lnTo>
                  <a:lnTo>
                    <a:pt x="9" y="4"/>
                  </a:lnTo>
                  <a:lnTo>
                    <a:pt x="7" y="7"/>
                  </a:lnTo>
                  <a:lnTo>
                    <a:pt x="3" y="7"/>
                  </a:lnTo>
                  <a:lnTo>
                    <a:pt x="3" y="7"/>
                  </a:lnTo>
                  <a:lnTo>
                    <a:pt x="1" y="7"/>
                  </a:lnTo>
                  <a:lnTo>
                    <a:pt x="0" y="4"/>
                  </a:lnTo>
                  <a:lnTo>
                    <a:pt x="0" y="4"/>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Rectangle 822"/>
            <p:cNvSpPr>
              <a:spLocks noChangeArrowheads="1"/>
            </p:cNvSpPr>
            <p:nvPr/>
          </p:nvSpPr>
          <p:spPr bwMode="auto">
            <a:xfrm>
              <a:off x="6129337" y="2446338"/>
              <a:ext cx="100013" cy="2540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Rectangle 823"/>
            <p:cNvSpPr>
              <a:spLocks noChangeArrowheads="1"/>
            </p:cNvSpPr>
            <p:nvPr/>
          </p:nvSpPr>
          <p:spPr bwMode="auto">
            <a:xfrm>
              <a:off x="6132512" y="2451100"/>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Rectangle 824"/>
            <p:cNvSpPr>
              <a:spLocks noChangeArrowheads="1"/>
            </p:cNvSpPr>
            <p:nvPr/>
          </p:nvSpPr>
          <p:spPr bwMode="auto">
            <a:xfrm>
              <a:off x="6138862" y="2451100"/>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Rectangle 825"/>
            <p:cNvSpPr>
              <a:spLocks noChangeArrowheads="1"/>
            </p:cNvSpPr>
            <p:nvPr/>
          </p:nvSpPr>
          <p:spPr bwMode="auto">
            <a:xfrm>
              <a:off x="6145212" y="2451100"/>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826"/>
            <p:cNvSpPr>
              <a:spLocks noChangeArrowheads="1"/>
            </p:cNvSpPr>
            <p:nvPr/>
          </p:nvSpPr>
          <p:spPr bwMode="auto">
            <a:xfrm>
              <a:off x="6149975" y="2451100"/>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Rectangle 827"/>
            <p:cNvSpPr>
              <a:spLocks noChangeArrowheads="1"/>
            </p:cNvSpPr>
            <p:nvPr/>
          </p:nvSpPr>
          <p:spPr bwMode="auto">
            <a:xfrm>
              <a:off x="6156325" y="2451100"/>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Rectangle 828"/>
            <p:cNvSpPr>
              <a:spLocks noChangeArrowheads="1"/>
            </p:cNvSpPr>
            <p:nvPr/>
          </p:nvSpPr>
          <p:spPr bwMode="auto">
            <a:xfrm>
              <a:off x="6161087" y="2451100"/>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829"/>
            <p:cNvSpPr>
              <a:spLocks/>
            </p:cNvSpPr>
            <p:nvPr/>
          </p:nvSpPr>
          <p:spPr bwMode="auto">
            <a:xfrm>
              <a:off x="6213475" y="2455863"/>
              <a:ext cx="6350" cy="6350"/>
            </a:xfrm>
            <a:custGeom>
              <a:avLst/>
              <a:gdLst>
                <a:gd name="T0" fmla="*/ 0 w 9"/>
                <a:gd name="T1" fmla="*/ 3 h 7"/>
                <a:gd name="T2" fmla="*/ 0 w 9"/>
                <a:gd name="T3" fmla="*/ 3 h 7"/>
                <a:gd name="T4" fmla="*/ 1 w 9"/>
                <a:gd name="T5" fmla="*/ 1 h 7"/>
                <a:gd name="T6" fmla="*/ 3 w 9"/>
                <a:gd name="T7" fmla="*/ 0 h 7"/>
                <a:gd name="T8" fmla="*/ 3 w 9"/>
                <a:gd name="T9" fmla="*/ 0 h 7"/>
                <a:gd name="T10" fmla="*/ 7 w 9"/>
                <a:gd name="T11" fmla="*/ 1 h 7"/>
                <a:gd name="T12" fmla="*/ 9 w 9"/>
                <a:gd name="T13" fmla="*/ 3 h 7"/>
                <a:gd name="T14" fmla="*/ 9 w 9"/>
                <a:gd name="T15" fmla="*/ 3 h 7"/>
                <a:gd name="T16" fmla="*/ 7 w 9"/>
                <a:gd name="T17" fmla="*/ 7 h 7"/>
                <a:gd name="T18" fmla="*/ 3 w 9"/>
                <a:gd name="T19" fmla="*/ 7 h 7"/>
                <a:gd name="T20" fmla="*/ 3 w 9"/>
                <a:gd name="T21" fmla="*/ 7 h 7"/>
                <a:gd name="T22" fmla="*/ 1 w 9"/>
                <a:gd name="T23" fmla="*/ 7 h 7"/>
                <a:gd name="T24" fmla="*/ 0 w 9"/>
                <a:gd name="T25" fmla="*/ 3 h 7"/>
                <a:gd name="T26" fmla="*/ 0 w 9"/>
                <a:gd name="T27"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3"/>
                  </a:moveTo>
                  <a:lnTo>
                    <a:pt x="0" y="3"/>
                  </a:lnTo>
                  <a:lnTo>
                    <a:pt x="1" y="1"/>
                  </a:lnTo>
                  <a:lnTo>
                    <a:pt x="3" y="0"/>
                  </a:lnTo>
                  <a:lnTo>
                    <a:pt x="3" y="0"/>
                  </a:lnTo>
                  <a:lnTo>
                    <a:pt x="7" y="1"/>
                  </a:lnTo>
                  <a:lnTo>
                    <a:pt x="9" y="3"/>
                  </a:lnTo>
                  <a:lnTo>
                    <a:pt x="9" y="3"/>
                  </a:lnTo>
                  <a:lnTo>
                    <a:pt x="7" y="7"/>
                  </a:lnTo>
                  <a:lnTo>
                    <a:pt x="3" y="7"/>
                  </a:lnTo>
                  <a:lnTo>
                    <a:pt x="3" y="7"/>
                  </a:lnTo>
                  <a:lnTo>
                    <a:pt x="1" y="7"/>
                  </a:lnTo>
                  <a:lnTo>
                    <a:pt x="0" y="3"/>
                  </a:lnTo>
                  <a:lnTo>
                    <a:pt x="0" y="3"/>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Rectangle 830"/>
            <p:cNvSpPr>
              <a:spLocks noChangeArrowheads="1"/>
            </p:cNvSpPr>
            <p:nvPr/>
          </p:nvSpPr>
          <p:spPr bwMode="auto">
            <a:xfrm>
              <a:off x="6129337" y="2481263"/>
              <a:ext cx="100013" cy="23813"/>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831"/>
            <p:cNvSpPr>
              <a:spLocks noChangeArrowheads="1"/>
            </p:cNvSpPr>
            <p:nvPr/>
          </p:nvSpPr>
          <p:spPr bwMode="auto">
            <a:xfrm>
              <a:off x="6132512" y="2482850"/>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Rectangle 832"/>
            <p:cNvSpPr>
              <a:spLocks noChangeArrowheads="1"/>
            </p:cNvSpPr>
            <p:nvPr/>
          </p:nvSpPr>
          <p:spPr bwMode="auto">
            <a:xfrm>
              <a:off x="6138862" y="2482850"/>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Rectangle 833"/>
            <p:cNvSpPr>
              <a:spLocks noChangeArrowheads="1"/>
            </p:cNvSpPr>
            <p:nvPr/>
          </p:nvSpPr>
          <p:spPr bwMode="auto">
            <a:xfrm>
              <a:off x="6145212" y="2482850"/>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Rectangle 834"/>
            <p:cNvSpPr>
              <a:spLocks noChangeArrowheads="1"/>
            </p:cNvSpPr>
            <p:nvPr/>
          </p:nvSpPr>
          <p:spPr bwMode="auto">
            <a:xfrm>
              <a:off x="6149975" y="2482850"/>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Rectangle 835"/>
            <p:cNvSpPr>
              <a:spLocks noChangeArrowheads="1"/>
            </p:cNvSpPr>
            <p:nvPr/>
          </p:nvSpPr>
          <p:spPr bwMode="auto">
            <a:xfrm>
              <a:off x="6156325" y="2482850"/>
              <a:ext cx="3175"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Rectangle 836"/>
            <p:cNvSpPr>
              <a:spLocks noChangeArrowheads="1"/>
            </p:cNvSpPr>
            <p:nvPr/>
          </p:nvSpPr>
          <p:spPr bwMode="auto">
            <a:xfrm>
              <a:off x="6161087" y="2482850"/>
              <a:ext cx="1588" cy="158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837"/>
            <p:cNvSpPr>
              <a:spLocks/>
            </p:cNvSpPr>
            <p:nvPr/>
          </p:nvSpPr>
          <p:spPr bwMode="auto">
            <a:xfrm>
              <a:off x="6213475" y="2489200"/>
              <a:ext cx="6350" cy="4763"/>
            </a:xfrm>
            <a:custGeom>
              <a:avLst/>
              <a:gdLst>
                <a:gd name="T0" fmla="*/ 0 w 9"/>
                <a:gd name="T1" fmla="*/ 4 h 5"/>
                <a:gd name="T2" fmla="*/ 0 w 9"/>
                <a:gd name="T3" fmla="*/ 4 h 5"/>
                <a:gd name="T4" fmla="*/ 1 w 9"/>
                <a:gd name="T5" fmla="*/ 2 h 5"/>
                <a:gd name="T6" fmla="*/ 3 w 9"/>
                <a:gd name="T7" fmla="*/ 0 h 5"/>
                <a:gd name="T8" fmla="*/ 3 w 9"/>
                <a:gd name="T9" fmla="*/ 0 h 5"/>
                <a:gd name="T10" fmla="*/ 7 w 9"/>
                <a:gd name="T11" fmla="*/ 2 h 5"/>
                <a:gd name="T12" fmla="*/ 9 w 9"/>
                <a:gd name="T13" fmla="*/ 4 h 5"/>
                <a:gd name="T14" fmla="*/ 9 w 9"/>
                <a:gd name="T15" fmla="*/ 4 h 5"/>
                <a:gd name="T16" fmla="*/ 7 w 9"/>
                <a:gd name="T17" fmla="*/ 5 h 5"/>
                <a:gd name="T18" fmla="*/ 3 w 9"/>
                <a:gd name="T19" fmla="*/ 5 h 5"/>
                <a:gd name="T20" fmla="*/ 3 w 9"/>
                <a:gd name="T21" fmla="*/ 5 h 5"/>
                <a:gd name="T22" fmla="*/ 1 w 9"/>
                <a:gd name="T23" fmla="*/ 5 h 5"/>
                <a:gd name="T24" fmla="*/ 0 w 9"/>
                <a:gd name="T25" fmla="*/ 4 h 5"/>
                <a:gd name="T26" fmla="*/ 0 w 9"/>
                <a:gd name="T27"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5">
                  <a:moveTo>
                    <a:pt x="0" y="4"/>
                  </a:moveTo>
                  <a:lnTo>
                    <a:pt x="0" y="4"/>
                  </a:lnTo>
                  <a:lnTo>
                    <a:pt x="1" y="2"/>
                  </a:lnTo>
                  <a:lnTo>
                    <a:pt x="3" y="0"/>
                  </a:lnTo>
                  <a:lnTo>
                    <a:pt x="3" y="0"/>
                  </a:lnTo>
                  <a:lnTo>
                    <a:pt x="7" y="2"/>
                  </a:lnTo>
                  <a:lnTo>
                    <a:pt x="9" y="4"/>
                  </a:lnTo>
                  <a:lnTo>
                    <a:pt x="9" y="4"/>
                  </a:lnTo>
                  <a:lnTo>
                    <a:pt x="7" y="5"/>
                  </a:lnTo>
                  <a:lnTo>
                    <a:pt x="3" y="5"/>
                  </a:lnTo>
                  <a:lnTo>
                    <a:pt x="3" y="5"/>
                  </a:lnTo>
                  <a:lnTo>
                    <a:pt x="1" y="5"/>
                  </a:lnTo>
                  <a:lnTo>
                    <a:pt x="0" y="4"/>
                  </a:lnTo>
                  <a:lnTo>
                    <a:pt x="0" y="4"/>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Rectangle 838"/>
            <p:cNvSpPr>
              <a:spLocks noChangeArrowheads="1"/>
            </p:cNvSpPr>
            <p:nvPr/>
          </p:nvSpPr>
          <p:spPr bwMode="auto">
            <a:xfrm>
              <a:off x="6129337" y="2511425"/>
              <a:ext cx="100013" cy="269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Rectangle 839"/>
            <p:cNvSpPr>
              <a:spLocks noChangeArrowheads="1"/>
            </p:cNvSpPr>
            <p:nvPr/>
          </p:nvSpPr>
          <p:spPr bwMode="auto">
            <a:xfrm>
              <a:off x="6132512" y="2514600"/>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Rectangle 840"/>
            <p:cNvSpPr>
              <a:spLocks noChangeArrowheads="1"/>
            </p:cNvSpPr>
            <p:nvPr/>
          </p:nvSpPr>
          <p:spPr bwMode="auto">
            <a:xfrm>
              <a:off x="6138862" y="2514600"/>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Rectangle 841"/>
            <p:cNvSpPr>
              <a:spLocks noChangeArrowheads="1"/>
            </p:cNvSpPr>
            <p:nvPr/>
          </p:nvSpPr>
          <p:spPr bwMode="auto">
            <a:xfrm>
              <a:off x="6145212" y="2514600"/>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Rectangle 842"/>
            <p:cNvSpPr>
              <a:spLocks noChangeArrowheads="1"/>
            </p:cNvSpPr>
            <p:nvPr/>
          </p:nvSpPr>
          <p:spPr bwMode="auto">
            <a:xfrm>
              <a:off x="6149975" y="2514600"/>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Rectangle 843"/>
            <p:cNvSpPr>
              <a:spLocks noChangeArrowheads="1"/>
            </p:cNvSpPr>
            <p:nvPr/>
          </p:nvSpPr>
          <p:spPr bwMode="auto">
            <a:xfrm>
              <a:off x="6156325" y="2514600"/>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Rectangle 844"/>
            <p:cNvSpPr>
              <a:spLocks noChangeArrowheads="1"/>
            </p:cNvSpPr>
            <p:nvPr/>
          </p:nvSpPr>
          <p:spPr bwMode="auto">
            <a:xfrm>
              <a:off x="6161087" y="2514600"/>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845"/>
            <p:cNvSpPr>
              <a:spLocks/>
            </p:cNvSpPr>
            <p:nvPr/>
          </p:nvSpPr>
          <p:spPr bwMode="auto">
            <a:xfrm>
              <a:off x="6213475" y="2520950"/>
              <a:ext cx="6350" cy="6350"/>
            </a:xfrm>
            <a:custGeom>
              <a:avLst/>
              <a:gdLst>
                <a:gd name="T0" fmla="*/ 0 w 9"/>
                <a:gd name="T1" fmla="*/ 6 h 9"/>
                <a:gd name="T2" fmla="*/ 0 w 9"/>
                <a:gd name="T3" fmla="*/ 6 h 9"/>
                <a:gd name="T4" fmla="*/ 1 w 9"/>
                <a:gd name="T5" fmla="*/ 2 h 9"/>
                <a:gd name="T6" fmla="*/ 3 w 9"/>
                <a:gd name="T7" fmla="*/ 0 h 9"/>
                <a:gd name="T8" fmla="*/ 3 w 9"/>
                <a:gd name="T9" fmla="*/ 0 h 9"/>
                <a:gd name="T10" fmla="*/ 7 w 9"/>
                <a:gd name="T11" fmla="*/ 2 h 9"/>
                <a:gd name="T12" fmla="*/ 9 w 9"/>
                <a:gd name="T13" fmla="*/ 6 h 9"/>
                <a:gd name="T14" fmla="*/ 9 w 9"/>
                <a:gd name="T15" fmla="*/ 6 h 9"/>
                <a:gd name="T16" fmla="*/ 7 w 9"/>
                <a:gd name="T17" fmla="*/ 8 h 9"/>
                <a:gd name="T18" fmla="*/ 3 w 9"/>
                <a:gd name="T19" fmla="*/ 9 h 9"/>
                <a:gd name="T20" fmla="*/ 3 w 9"/>
                <a:gd name="T21" fmla="*/ 9 h 9"/>
                <a:gd name="T22" fmla="*/ 1 w 9"/>
                <a:gd name="T23" fmla="*/ 8 h 9"/>
                <a:gd name="T24" fmla="*/ 0 w 9"/>
                <a:gd name="T25" fmla="*/ 6 h 9"/>
                <a:gd name="T26" fmla="*/ 0 w 9"/>
                <a:gd name="T27" fmla="*/ 6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9">
                  <a:moveTo>
                    <a:pt x="0" y="6"/>
                  </a:moveTo>
                  <a:lnTo>
                    <a:pt x="0" y="6"/>
                  </a:lnTo>
                  <a:lnTo>
                    <a:pt x="1" y="2"/>
                  </a:lnTo>
                  <a:lnTo>
                    <a:pt x="3" y="0"/>
                  </a:lnTo>
                  <a:lnTo>
                    <a:pt x="3" y="0"/>
                  </a:lnTo>
                  <a:lnTo>
                    <a:pt x="7" y="2"/>
                  </a:lnTo>
                  <a:lnTo>
                    <a:pt x="9" y="6"/>
                  </a:lnTo>
                  <a:lnTo>
                    <a:pt x="9" y="6"/>
                  </a:lnTo>
                  <a:lnTo>
                    <a:pt x="7" y="8"/>
                  </a:lnTo>
                  <a:lnTo>
                    <a:pt x="3" y="9"/>
                  </a:lnTo>
                  <a:lnTo>
                    <a:pt x="3" y="9"/>
                  </a:lnTo>
                  <a:lnTo>
                    <a:pt x="1" y="8"/>
                  </a:lnTo>
                  <a:lnTo>
                    <a:pt x="0" y="6"/>
                  </a:lnTo>
                  <a:lnTo>
                    <a:pt x="0" y="6"/>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Rectangle 846"/>
            <p:cNvSpPr>
              <a:spLocks noChangeArrowheads="1"/>
            </p:cNvSpPr>
            <p:nvPr/>
          </p:nvSpPr>
          <p:spPr bwMode="auto">
            <a:xfrm>
              <a:off x="6129337" y="2544763"/>
              <a:ext cx="100013" cy="23813"/>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Rectangle 847"/>
            <p:cNvSpPr>
              <a:spLocks noChangeArrowheads="1"/>
            </p:cNvSpPr>
            <p:nvPr/>
          </p:nvSpPr>
          <p:spPr bwMode="auto">
            <a:xfrm>
              <a:off x="6132512" y="25479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Rectangle 848"/>
            <p:cNvSpPr>
              <a:spLocks noChangeArrowheads="1"/>
            </p:cNvSpPr>
            <p:nvPr/>
          </p:nvSpPr>
          <p:spPr bwMode="auto">
            <a:xfrm>
              <a:off x="6138862" y="25479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Rectangle 849"/>
            <p:cNvSpPr>
              <a:spLocks noChangeArrowheads="1"/>
            </p:cNvSpPr>
            <p:nvPr/>
          </p:nvSpPr>
          <p:spPr bwMode="auto">
            <a:xfrm>
              <a:off x="6145212" y="25479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Rectangle 850"/>
            <p:cNvSpPr>
              <a:spLocks noChangeArrowheads="1"/>
            </p:cNvSpPr>
            <p:nvPr/>
          </p:nvSpPr>
          <p:spPr bwMode="auto">
            <a:xfrm>
              <a:off x="6149975" y="25479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Rectangle 851"/>
            <p:cNvSpPr>
              <a:spLocks noChangeArrowheads="1"/>
            </p:cNvSpPr>
            <p:nvPr/>
          </p:nvSpPr>
          <p:spPr bwMode="auto">
            <a:xfrm>
              <a:off x="6156325" y="2547938"/>
              <a:ext cx="3175"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Rectangle 852"/>
            <p:cNvSpPr>
              <a:spLocks noChangeArrowheads="1"/>
            </p:cNvSpPr>
            <p:nvPr/>
          </p:nvSpPr>
          <p:spPr bwMode="auto">
            <a:xfrm>
              <a:off x="6161087" y="2547938"/>
              <a:ext cx="1588" cy="1905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853"/>
            <p:cNvSpPr>
              <a:spLocks/>
            </p:cNvSpPr>
            <p:nvPr/>
          </p:nvSpPr>
          <p:spPr bwMode="auto">
            <a:xfrm>
              <a:off x="6213475" y="2554288"/>
              <a:ext cx="6350" cy="6350"/>
            </a:xfrm>
            <a:custGeom>
              <a:avLst/>
              <a:gdLst>
                <a:gd name="T0" fmla="*/ 0 w 9"/>
                <a:gd name="T1" fmla="*/ 3 h 7"/>
                <a:gd name="T2" fmla="*/ 0 w 9"/>
                <a:gd name="T3" fmla="*/ 3 h 7"/>
                <a:gd name="T4" fmla="*/ 1 w 9"/>
                <a:gd name="T5" fmla="*/ 0 h 7"/>
                <a:gd name="T6" fmla="*/ 3 w 9"/>
                <a:gd name="T7" fmla="*/ 0 h 7"/>
                <a:gd name="T8" fmla="*/ 3 w 9"/>
                <a:gd name="T9" fmla="*/ 0 h 7"/>
                <a:gd name="T10" fmla="*/ 7 w 9"/>
                <a:gd name="T11" fmla="*/ 0 h 7"/>
                <a:gd name="T12" fmla="*/ 9 w 9"/>
                <a:gd name="T13" fmla="*/ 3 h 7"/>
                <a:gd name="T14" fmla="*/ 9 w 9"/>
                <a:gd name="T15" fmla="*/ 3 h 7"/>
                <a:gd name="T16" fmla="*/ 7 w 9"/>
                <a:gd name="T17" fmla="*/ 5 h 7"/>
                <a:gd name="T18" fmla="*/ 3 w 9"/>
                <a:gd name="T19" fmla="*/ 7 h 7"/>
                <a:gd name="T20" fmla="*/ 3 w 9"/>
                <a:gd name="T21" fmla="*/ 7 h 7"/>
                <a:gd name="T22" fmla="*/ 1 w 9"/>
                <a:gd name="T23" fmla="*/ 5 h 7"/>
                <a:gd name="T24" fmla="*/ 0 w 9"/>
                <a:gd name="T25" fmla="*/ 3 h 7"/>
                <a:gd name="T26" fmla="*/ 0 w 9"/>
                <a:gd name="T27"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
                  <a:moveTo>
                    <a:pt x="0" y="3"/>
                  </a:moveTo>
                  <a:lnTo>
                    <a:pt x="0" y="3"/>
                  </a:lnTo>
                  <a:lnTo>
                    <a:pt x="1" y="0"/>
                  </a:lnTo>
                  <a:lnTo>
                    <a:pt x="3" y="0"/>
                  </a:lnTo>
                  <a:lnTo>
                    <a:pt x="3" y="0"/>
                  </a:lnTo>
                  <a:lnTo>
                    <a:pt x="7" y="0"/>
                  </a:lnTo>
                  <a:lnTo>
                    <a:pt x="9" y="3"/>
                  </a:lnTo>
                  <a:lnTo>
                    <a:pt x="9" y="3"/>
                  </a:lnTo>
                  <a:lnTo>
                    <a:pt x="7" y="5"/>
                  </a:lnTo>
                  <a:lnTo>
                    <a:pt x="3" y="7"/>
                  </a:lnTo>
                  <a:lnTo>
                    <a:pt x="3" y="7"/>
                  </a:lnTo>
                  <a:lnTo>
                    <a:pt x="1" y="5"/>
                  </a:lnTo>
                  <a:lnTo>
                    <a:pt x="0" y="3"/>
                  </a:lnTo>
                  <a:lnTo>
                    <a:pt x="0" y="3"/>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854"/>
            <p:cNvSpPr>
              <a:spLocks/>
            </p:cNvSpPr>
            <p:nvPr/>
          </p:nvSpPr>
          <p:spPr bwMode="auto">
            <a:xfrm>
              <a:off x="5808662" y="2195513"/>
              <a:ext cx="422275" cy="288925"/>
            </a:xfrm>
            <a:custGeom>
              <a:avLst/>
              <a:gdLst>
                <a:gd name="T0" fmla="*/ 527 w 530"/>
                <a:gd name="T1" fmla="*/ 361 h 365"/>
                <a:gd name="T2" fmla="*/ 458 w 530"/>
                <a:gd name="T3" fmla="*/ 356 h 365"/>
                <a:gd name="T4" fmla="*/ 395 w 530"/>
                <a:gd name="T5" fmla="*/ 336 h 365"/>
                <a:gd name="T6" fmla="*/ 336 w 530"/>
                <a:gd name="T7" fmla="*/ 303 h 365"/>
                <a:gd name="T8" fmla="*/ 284 w 530"/>
                <a:gd name="T9" fmla="*/ 260 h 365"/>
                <a:gd name="T10" fmla="*/ 260 w 530"/>
                <a:gd name="T11" fmla="*/ 235 h 365"/>
                <a:gd name="T12" fmla="*/ 223 w 530"/>
                <a:gd name="T13" fmla="*/ 178 h 365"/>
                <a:gd name="T14" fmla="*/ 196 w 530"/>
                <a:gd name="T15" fmla="*/ 116 h 365"/>
                <a:gd name="T16" fmla="*/ 183 w 530"/>
                <a:gd name="T17" fmla="*/ 50 h 365"/>
                <a:gd name="T18" fmla="*/ 181 w 530"/>
                <a:gd name="T19" fmla="*/ 16 h 365"/>
                <a:gd name="T20" fmla="*/ 266 w 530"/>
                <a:gd name="T21" fmla="*/ 16 h 365"/>
                <a:gd name="T22" fmla="*/ 402 w 530"/>
                <a:gd name="T23" fmla="*/ 14 h 365"/>
                <a:gd name="T24" fmla="*/ 491 w 530"/>
                <a:gd name="T25" fmla="*/ 10 h 365"/>
                <a:gd name="T26" fmla="*/ 528 w 530"/>
                <a:gd name="T27" fmla="*/ 3 h 365"/>
                <a:gd name="T28" fmla="*/ 530 w 530"/>
                <a:gd name="T29" fmla="*/ 1 h 365"/>
                <a:gd name="T30" fmla="*/ 527 w 530"/>
                <a:gd name="T31" fmla="*/ 0 h 365"/>
                <a:gd name="T32" fmla="*/ 521 w 530"/>
                <a:gd name="T33" fmla="*/ 0 h 365"/>
                <a:gd name="T34" fmla="*/ 519 w 530"/>
                <a:gd name="T35" fmla="*/ 1 h 365"/>
                <a:gd name="T36" fmla="*/ 501 w 530"/>
                <a:gd name="T37" fmla="*/ 5 h 365"/>
                <a:gd name="T38" fmla="*/ 374 w 530"/>
                <a:gd name="T39" fmla="*/ 10 h 365"/>
                <a:gd name="T40" fmla="*/ 266 w 530"/>
                <a:gd name="T41" fmla="*/ 10 h 365"/>
                <a:gd name="T42" fmla="*/ 79 w 530"/>
                <a:gd name="T43" fmla="*/ 7 h 365"/>
                <a:gd name="T44" fmla="*/ 11 w 530"/>
                <a:gd name="T45" fmla="*/ 1 h 365"/>
                <a:gd name="T46" fmla="*/ 9 w 530"/>
                <a:gd name="T47" fmla="*/ 0 h 365"/>
                <a:gd name="T48" fmla="*/ 5 w 530"/>
                <a:gd name="T49" fmla="*/ 0 h 365"/>
                <a:gd name="T50" fmla="*/ 0 w 530"/>
                <a:gd name="T51" fmla="*/ 1 h 365"/>
                <a:gd name="T52" fmla="*/ 0 w 530"/>
                <a:gd name="T53" fmla="*/ 3 h 365"/>
                <a:gd name="T54" fmla="*/ 14 w 530"/>
                <a:gd name="T55" fmla="*/ 7 h 365"/>
                <a:gd name="T56" fmla="*/ 109 w 530"/>
                <a:gd name="T57" fmla="*/ 14 h 365"/>
                <a:gd name="T58" fmla="*/ 169 w 530"/>
                <a:gd name="T59" fmla="*/ 14 h 365"/>
                <a:gd name="T60" fmla="*/ 176 w 530"/>
                <a:gd name="T61" fmla="*/ 84 h 365"/>
                <a:gd name="T62" fmla="*/ 196 w 530"/>
                <a:gd name="T63" fmla="*/ 149 h 365"/>
                <a:gd name="T64" fmla="*/ 226 w 530"/>
                <a:gd name="T65" fmla="*/ 208 h 365"/>
                <a:gd name="T66" fmla="*/ 271 w 530"/>
                <a:gd name="T67" fmla="*/ 262 h 365"/>
                <a:gd name="T68" fmla="*/ 296 w 530"/>
                <a:gd name="T69" fmla="*/ 285 h 365"/>
                <a:gd name="T70" fmla="*/ 356 w 530"/>
                <a:gd name="T71" fmla="*/ 323 h 365"/>
                <a:gd name="T72" fmla="*/ 420 w 530"/>
                <a:gd name="T73" fmla="*/ 350 h 365"/>
                <a:gd name="T74" fmla="*/ 489 w 530"/>
                <a:gd name="T75" fmla="*/ 363 h 365"/>
                <a:gd name="T76" fmla="*/ 527 w 530"/>
                <a:gd name="T77" fmla="*/ 365 h 365"/>
                <a:gd name="T78" fmla="*/ 530 w 530"/>
                <a:gd name="T79" fmla="*/ 363 h 365"/>
                <a:gd name="T80" fmla="*/ 530 w 530"/>
                <a:gd name="T81" fmla="*/ 363 h 365"/>
                <a:gd name="T82" fmla="*/ 527 w 530"/>
                <a:gd name="T83" fmla="*/ 361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30" h="365">
                  <a:moveTo>
                    <a:pt x="527" y="361"/>
                  </a:moveTo>
                  <a:lnTo>
                    <a:pt x="527" y="361"/>
                  </a:lnTo>
                  <a:lnTo>
                    <a:pt x="492" y="359"/>
                  </a:lnTo>
                  <a:lnTo>
                    <a:pt x="458" y="356"/>
                  </a:lnTo>
                  <a:lnTo>
                    <a:pt x="426" y="347"/>
                  </a:lnTo>
                  <a:lnTo>
                    <a:pt x="395" y="336"/>
                  </a:lnTo>
                  <a:lnTo>
                    <a:pt x="365" y="321"/>
                  </a:lnTo>
                  <a:lnTo>
                    <a:pt x="336" y="303"/>
                  </a:lnTo>
                  <a:lnTo>
                    <a:pt x="309" y="284"/>
                  </a:lnTo>
                  <a:lnTo>
                    <a:pt x="284" y="260"/>
                  </a:lnTo>
                  <a:lnTo>
                    <a:pt x="284" y="260"/>
                  </a:lnTo>
                  <a:lnTo>
                    <a:pt x="260" y="235"/>
                  </a:lnTo>
                  <a:lnTo>
                    <a:pt x="239" y="208"/>
                  </a:lnTo>
                  <a:lnTo>
                    <a:pt x="223" y="178"/>
                  </a:lnTo>
                  <a:lnTo>
                    <a:pt x="208" y="149"/>
                  </a:lnTo>
                  <a:lnTo>
                    <a:pt x="196" y="116"/>
                  </a:lnTo>
                  <a:lnTo>
                    <a:pt x="187" y="84"/>
                  </a:lnTo>
                  <a:lnTo>
                    <a:pt x="183" y="50"/>
                  </a:lnTo>
                  <a:lnTo>
                    <a:pt x="181" y="16"/>
                  </a:lnTo>
                  <a:lnTo>
                    <a:pt x="181" y="16"/>
                  </a:lnTo>
                  <a:lnTo>
                    <a:pt x="266" y="16"/>
                  </a:lnTo>
                  <a:lnTo>
                    <a:pt x="266" y="16"/>
                  </a:lnTo>
                  <a:lnTo>
                    <a:pt x="313" y="16"/>
                  </a:lnTo>
                  <a:lnTo>
                    <a:pt x="402" y="14"/>
                  </a:lnTo>
                  <a:lnTo>
                    <a:pt x="449" y="12"/>
                  </a:lnTo>
                  <a:lnTo>
                    <a:pt x="491" y="10"/>
                  </a:lnTo>
                  <a:lnTo>
                    <a:pt x="519" y="7"/>
                  </a:lnTo>
                  <a:lnTo>
                    <a:pt x="528" y="3"/>
                  </a:lnTo>
                  <a:lnTo>
                    <a:pt x="530" y="1"/>
                  </a:lnTo>
                  <a:lnTo>
                    <a:pt x="530" y="1"/>
                  </a:lnTo>
                  <a:lnTo>
                    <a:pt x="530" y="0"/>
                  </a:lnTo>
                  <a:lnTo>
                    <a:pt x="527" y="0"/>
                  </a:lnTo>
                  <a:lnTo>
                    <a:pt x="527" y="0"/>
                  </a:lnTo>
                  <a:lnTo>
                    <a:pt x="521" y="0"/>
                  </a:lnTo>
                  <a:lnTo>
                    <a:pt x="519" y="1"/>
                  </a:lnTo>
                  <a:lnTo>
                    <a:pt x="519" y="1"/>
                  </a:lnTo>
                  <a:lnTo>
                    <a:pt x="514" y="3"/>
                  </a:lnTo>
                  <a:lnTo>
                    <a:pt x="501" y="5"/>
                  </a:lnTo>
                  <a:lnTo>
                    <a:pt x="451" y="7"/>
                  </a:lnTo>
                  <a:lnTo>
                    <a:pt x="374" y="10"/>
                  </a:lnTo>
                  <a:lnTo>
                    <a:pt x="266" y="10"/>
                  </a:lnTo>
                  <a:lnTo>
                    <a:pt x="266" y="10"/>
                  </a:lnTo>
                  <a:lnTo>
                    <a:pt x="158" y="10"/>
                  </a:lnTo>
                  <a:lnTo>
                    <a:pt x="79" y="7"/>
                  </a:lnTo>
                  <a:lnTo>
                    <a:pt x="30" y="5"/>
                  </a:lnTo>
                  <a:lnTo>
                    <a:pt x="11" y="1"/>
                  </a:lnTo>
                  <a:lnTo>
                    <a:pt x="11" y="1"/>
                  </a:lnTo>
                  <a:lnTo>
                    <a:pt x="9" y="0"/>
                  </a:lnTo>
                  <a:lnTo>
                    <a:pt x="5" y="0"/>
                  </a:lnTo>
                  <a:lnTo>
                    <a:pt x="5" y="0"/>
                  </a:lnTo>
                  <a:lnTo>
                    <a:pt x="2" y="0"/>
                  </a:lnTo>
                  <a:lnTo>
                    <a:pt x="0" y="1"/>
                  </a:lnTo>
                  <a:lnTo>
                    <a:pt x="0" y="1"/>
                  </a:lnTo>
                  <a:lnTo>
                    <a:pt x="0" y="3"/>
                  </a:lnTo>
                  <a:lnTo>
                    <a:pt x="3" y="5"/>
                  </a:lnTo>
                  <a:lnTo>
                    <a:pt x="14" y="7"/>
                  </a:lnTo>
                  <a:lnTo>
                    <a:pt x="55" y="10"/>
                  </a:lnTo>
                  <a:lnTo>
                    <a:pt x="109" y="14"/>
                  </a:lnTo>
                  <a:lnTo>
                    <a:pt x="169" y="14"/>
                  </a:lnTo>
                  <a:lnTo>
                    <a:pt x="169" y="14"/>
                  </a:lnTo>
                  <a:lnTo>
                    <a:pt x="171" y="50"/>
                  </a:lnTo>
                  <a:lnTo>
                    <a:pt x="176" y="84"/>
                  </a:lnTo>
                  <a:lnTo>
                    <a:pt x="183" y="116"/>
                  </a:lnTo>
                  <a:lnTo>
                    <a:pt x="196" y="149"/>
                  </a:lnTo>
                  <a:lnTo>
                    <a:pt x="210" y="179"/>
                  </a:lnTo>
                  <a:lnTo>
                    <a:pt x="226" y="208"/>
                  </a:lnTo>
                  <a:lnTo>
                    <a:pt x="248" y="235"/>
                  </a:lnTo>
                  <a:lnTo>
                    <a:pt x="271" y="262"/>
                  </a:lnTo>
                  <a:lnTo>
                    <a:pt x="271" y="262"/>
                  </a:lnTo>
                  <a:lnTo>
                    <a:pt x="296" y="285"/>
                  </a:lnTo>
                  <a:lnTo>
                    <a:pt x="325" y="305"/>
                  </a:lnTo>
                  <a:lnTo>
                    <a:pt x="356" y="323"/>
                  </a:lnTo>
                  <a:lnTo>
                    <a:pt x="386" y="339"/>
                  </a:lnTo>
                  <a:lnTo>
                    <a:pt x="420" y="350"/>
                  </a:lnTo>
                  <a:lnTo>
                    <a:pt x="455" y="359"/>
                  </a:lnTo>
                  <a:lnTo>
                    <a:pt x="489" y="363"/>
                  </a:lnTo>
                  <a:lnTo>
                    <a:pt x="527" y="365"/>
                  </a:lnTo>
                  <a:lnTo>
                    <a:pt x="527" y="365"/>
                  </a:lnTo>
                  <a:lnTo>
                    <a:pt x="530" y="365"/>
                  </a:lnTo>
                  <a:lnTo>
                    <a:pt x="530" y="363"/>
                  </a:lnTo>
                  <a:lnTo>
                    <a:pt x="530" y="363"/>
                  </a:lnTo>
                  <a:lnTo>
                    <a:pt x="530" y="363"/>
                  </a:lnTo>
                  <a:lnTo>
                    <a:pt x="527" y="361"/>
                  </a:lnTo>
                  <a:lnTo>
                    <a:pt x="527" y="361"/>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28828419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4"/>
          <p:cNvSpPr>
            <a:spLocks noGrp="1"/>
          </p:cNvSpPr>
          <p:nvPr>
            <p:ph type="body" sz="quarter" idx="12"/>
          </p:nvPr>
        </p:nvSpPr>
        <p:spPr>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Rahul Sahay</a:t>
            </a:r>
          </a:p>
        </p:txBody>
      </p:sp>
      <p:sp>
        <p:nvSpPr>
          <p:cNvPr id="17" name="Title 1"/>
          <p:cNvSpPr>
            <a:spLocks noGrp="1"/>
          </p:cNvSpPr>
          <p:nvPr>
            <p:ph type="title"/>
          </p:nvPr>
        </p:nvSpPr>
        <p:spPr>
          <a:noFill/>
        </p:spPr>
        <p:txBody>
          <a:bodyPr lIns="91440" tIns="91440" rIns="91440" bIns="91440" anchor="t" anchorCtr="0"/>
          <a:lstStyle>
            <a:lvl1pPr>
              <a:defRPr sz="6000" spc="-80" baseline="0">
                <a:solidFill>
                  <a:srgbClr val="0072C6"/>
                </a:solidFill>
              </a:defRPr>
            </a:lvl1pPr>
          </a:lstStyle>
          <a:p>
            <a:r>
              <a:rPr lang="en-US" dirty="0"/>
              <a:t>Extensions</a:t>
            </a:r>
          </a:p>
        </p:txBody>
      </p:sp>
    </p:spTree>
    <p:extLst>
      <p:ext uri="{BB962C8B-B14F-4D97-AF65-F5344CB8AC3E}">
        <p14:creationId xmlns:p14="http://schemas.microsoft.com/office/powerpoint/2010/main" val="205931066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Roaming</a:t>
            </a:r>
            <a:br>
              <a:rPr lang="en-US" dirty="0"/>
            </a:br>
            <a:r>
              <a:rPr lang="en-US" dirty="0"/>
              <a:t>Extension Manager</a:t>
            </a:r>
          </a:p>
        </p:txBody>
      </p:sp>
      <p:sp>
        <p:nvSpPr>
          <p:cNvPr id="4" name="Text Placeholder 3"/>
          <p:cNvSpPr>
            <a:spLocks noGrp="1"/>
          </p:cNvSpPr>
          <p:nvPr>
            <p:ph type="body" sz="quarter" idx="11"/>
          </p:nvPr>
        </p:nvSpPr>
        <p:spPr>
          <a:xfrm>
            <a:off x="365759" y="2103120"/>
            <a:ext cx="5486400" cy="461665"/>
          </a:xfrm>
        </p:spPr>
        <p:txBody>
          <a:bodyPr/>
          <a:lstStyle/>
          <a:p>
            <a:pPr lvl="0">
              <a:spcBef>
                <a:spcPts val="1200"/>
              </a:spcBef>
            </a:pPr>
            <a:r>
              <a:rPr lang="en-US" dirty="0">
                <a:gradFill>
                  <a:gsLst>
                    <a:gs pos="1250">
                      <a:srgbClr val="505050"/>
                    </a:gs>
                    <a:gs pos="100000">
                      <a:srgbClr val="505050"/>
                    </a:gs>
                  </a:gsLst>
                  <a:lin ang="5400000" scaled="0"/>
                </a:gradFill>
              </a:rPr>
              <a:t>Sync extensions across Visual Studio installs</a:t>
            </a:r>
          </a:p>
        </p:txBody>
      </p:sp>
      <p:sp>
        <p:nvSpPr>
          <p:cNvPr id="6" name="Picture Placeholder 5"/>
          <p:cNvSpPr>
            <a:spLocks noGrp="1"/>
          </p:cNvSpPr>
          <p:nvPr>
            <p:ph type="pic" sz="quarter" idx="10"/>
          </p:nvPr>
        </p:nvSpPr>
        <p:spPr>
          <a:xfrm>
            <a:off x="6217920" y="0"/>
            <a:ext cx="6217920" cy="6995160"/>
          </a:xfrm>
          <a:solidFill>
            <a:srgbClr val="0072C6"/>
          </a:solidFill>
        </p:spPr>
      </p:sp>
      <p:grpSp>
        <p:nvGrpSpPr>
          <p:cNvPr id="8" name="Group 7"/>
          <p:cNvGrpSpPr/>
          <p:nvPr/>
        </p:nvGrpSpPr>
        <p:grpSpPr>
          <a:xfrm>
            <a:off x="6734492" y="2013109"/>
            <a:ext cx="5184776" cy="2968307"/>
            <a:chOff x="7878762" y="2259013"/>
            <a:chExt cx="790575" cy="263525"/>
          </a:xfrm>
        </p:grpSpPr>
        <p:sp>
          <p:nvSpPr>
            <p:cNvPr id="9" name="Freeform 855"/>
            <p:cNvSpPr>
              <a:spLocks/>
            </p:cNvSpPr>
            <p:nvPr/>
          </p:nvSpPr>
          <p:spPr bwMode="auto">
            <a:xfrm>
              <a:off x="7948612" y="2446338"/>
              <a:ext cx="120650" cy="26988"/>
            </a:xfrm>
            <a:custGeom>
              <a:avLst/>
              <a:gdLst>
                <a:gd name="T0" fmla="*/ 0 w 153"/>
                <a:gd name="T1" fmla="*/ 16 h 34"/>
                <a:gd name="T2" fmla="*/ 0 w 153"/>
                <a:gd name="T3" fmla="*/ 16 h 34"/>
                <a:gd name="T4" fmla="*/ 2 w 153"/>
                <a:gd name="T5" fmla="*/ 13 h 34"/>
                <a:gd name="T6" fmla="*/ 7 w 153"/>
                <a:gd name="T7" fmla="*/ 11 h 34"/>
                <a:gd name="T8" fmla="*/ 23 w 153"/>
                <a:gd name="T9" fmla="*/ 5 h 34"/>
                <a:gd name="T10" fmla="*/ 46 w 153"/>
                <a:gd name="T11" fmla="*/ 2 h 34"/>
                <a:gd name="T12" fmla="*/ 77 w 153"/>
                <a:gd name="T13" fmla="*/ 0 h 34"/>
                <a:gd name="T14" fmla="*/ 77 w 153"/>
                <a:gd name="T15" fmla="*/ 0 h 34"/>
                <a:gd name="T16" fmla="*/ 106 w 153"/>
                <a:gd name="T17" fmla="*/ 2 h 34"/>
                <a:gd name="T18" fmla="*/ 131 w 153"/>
                <a:gd name="T19" fmla="*/ 5 h 34"/>
                <a:gd name="T20" fmla="*/ 147 w 153"/>
                <a:gd name="T21" fmla="*/ 11 h 34"/>
                <a:gd name="T22" fmla="*/ 151 w 153"/>
                <a:gd name="T23" fmla="*/ 13 h 34"/>
                <a:gd name="T24" fmla="*/ 153 w 153"/>
                <a:gd name="T25" fmla="*/ 16 h 34"/>
                <a:gd name="T26" fmla="*/ 153 w 153"/>
                <a:gd name="T27" fmla="*/ 16 h 34"/>
                <a:gd name="T28" fmla="*/ 151 w 153"/>
                <a:gd name="T29" fmla="*/ 20 h 34"/>
                <a:gd name="T30" fmla="*/ 147 w 153"/>
                <a:gd name="T31" fmla="*/ 23 h 34"/>
                <a:gd name="T32" fmla="*/ 131 w 153"/>
                <a:gd name="T33" fmla="*/ 29 h 34"/>
                <a:gd name="T34" fmla="*/ 106 w 153"/>
                <a:gd name="T35" fmla="*/ 32 h 34"/>
                <a:gd name="T36" fmla="*/ 77 w 153"/>
                <a:gd name="T37" fmla="*/ 34 h 34"/>
                <a:gd name="T38" fmla="*/ 77 w 153"/>
                <a:gd name="T39" fmla="*/ 34 h 34"/>
                <a:gd name="T40" fmla="*/ 46 w 153"/>
                <a:gd name="T41" fmla="*/ 32 h 34"/>
                <a:gd name="T42" fmla="*/ 23 w 153"/>
                <a:gd name="T43" fmla="*/ 29 h 34"/>
                <a:gd name="T44" fmla="*/ 7 w 153"/>
                <a:gd name="T45" fmla="*/ 23 h 34"/>
                <a:gd name="T46" fmla="*/ 2 w 153"/>
                <a:gd name="T47" fmla="*/ 20 h 34"/>
                <a:gd name="T48" fmla="*/ 0 w 153"/>
                <a:gd name="T49" fmla="*/ 16 h 34"/>
                <a:gd name="T50" fmla="*/ 0 w 153"/>
                <a:gd name="T5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3" h="34">
                  <a:moveTo>
                    <a:pt x="0" y="16"/>
                  </a:moveTo>
                  <a:lnTo>
                    <a:pt x="0" y="16"/>
                  </a:lnTo>
                  <a:lnTo>
                    <a:pt x="2" y="13"/>
                  </a:lnTo>
                  <a:lnTo>
                    <a:pt x="7" y="11"/>
                  </a:lnTo>
                  <a:lnTo>
                    <a:pt x="23" y="5"/>
                  </a:lnTo>
                  <a:lnTo>
                    <a:pt x="46" y="2"/>
                  </a:lnTo>
                  <a:lnTo>
                    <a:pt x="77" y="0"/>
                  </a:lnTo>
                  <a:lnTo>
                    <a:pt x="77" y="0"/>
                  </a:lnTo>
                  <a:lnTo>
                    <a:pt x="106" y="2"/>
                  </a:lnTo>
                  <a:lnTo>
                    <a:pt x="131" y="5"/>
                  </a:lnTo>
                  <a:lnTo>
                    <a:pt x="147" y="11"/>
                  </a:lnTo>
                  <a:lnTo>
                    <a:pt x="151" y="13"/>
                  </a:lnTo>
                  <a:lnTo>
                    <a:pt x="153" y="16"/>
                  </a:lnTo>
                  <a:lnTo>
                    <a:pt x="153" y="16"/>
                  </a:lnTo>
                  <a:lnTo>
                    <a:pt x="151" y="20"/>
                  </a:lnTo>
                  <a:lnTo>
                    <a:pt x="147" y="23"/>
                  </a:lnTo>
                  <a:lnTo>
                    <a:pt x="131" y="29"/>
                  </a:lnTo>
                  <a:lnTo>
                    <a:pt x="106" y="32"/>
                  </a:lnTo>
                  <a:lnTo>
                    <a:pt x="77" y="34"/>
                  </a:lnTo>
                  <a:lnTo>
                    <a:pt x="77" y="34"/>
                  </a:lnTo>
                  <a:lnTo>
                    <a:pt x="46" y="32"/>
                  </a:lnTo>
                  <a:lnTo>
                    <a:pt x="23" y="29"/>
                  </a:lnTo>
                  <a:lnTo>
                    <a:pt x="7" y="23"/>
                  </a:lnTo>
                  <a:lnTo>
                    <a:pt x="2" y="20"/>
                  </a:lnTo>
                  <a:lnTo>
                    <a:pt x="0" y="16"/>
                  </a:lnTo>
                  <a:lnTo>
                    <a:pt x="0" y="16"/>
                  </a:ln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56"/>
            <p:cNvSpPr>
              <a:spLocks/>
            </p:cNvSpPr>
            <p:nvPr/>
          </p:nvSpPr>
          <p:spPr bwMode="auto">
            <a:xfrm>
              <a:off x="8472487" y="2446338"/>
              <a:ext cx="120650" cy="26988"/>
            </a:xfrm>
            <a:custGeom>
              <a:avLst/>
              <a:gdLst>
                <a:gd name="T0" fmla="*/ 0 w 152"/>
                <a:gd name="T1" fmla="*/ 16 h 34"/>
                <a:gd name="T2" fmla="*/ 0 w 152"/>
                <a:gd name="T3" fmla="*/ 16 h 34"/>
                <a:gd name="T4" fmla="*/ 1 w 152"/>
                <a:gd name="T5" fmla="*/ 13 h 34"/>
                <a:gd name="T6" fmla="*/ 5 w 152"/>
                <a:gd name="T7" fmla="*/ 11 h 34"/>
                <a:gd name="T8" fmla="*/ 21 w 152"/>
                <a:gd name="T9" fmla="*/ 5 h 34"/>
                <a:gd name="T10" fmla="*/ 46 w 152"/>
                <a:gd name="T11" fmla="*/ 2 h 34"/>
                <a:gd name="T12" fmla="*/ 77 w 152"/>
                <a:gd name="T13" fmla="*/ 0 h 34"/>
                <a:gd name="T14" fmla="*/ 77 w 152"/>
                <a:gd name="T15" fmla="*/ 0 h 34"/>
                <a:gd name="T16" fmla="*/ 106 w 152"/>
                <a:gd name="T17" fmla="*/ 2 h 34"/>
                <a:gd name="T18" fmla="*/ 131 w 152"/>
                <a:gd name="T19" fmla="*/ 5 h 34"/>
                <a:gd name="T20" fmla="*/ 147 w 152"/>
                <a:gd name="T21" fmla="*/ 11 h 34"/>
                <a:gd name="T22" fmla="*/ 152 w 152"/>
                <a:gd name="T23" fmla="*/ 13 h 34"/>
                <a:gd name="T24" fmla="*/ 152 w 152"/>
                <a:gd name="T25" fmla="*/ 16 h 34"/>
                <a:gd name="T26" fmla="*/ 152 w 152"/>
                <a:gd name="T27" fmla="*/ 16 h 34"/>
                <a:gd name="T28" fmla="*/ 152 w 152"/>
                <a:gd name="T29" fmla="*/ 20 h 34"/>
                <a:gd name="T30" fmla="*/ 147 w 152"/>
                <a:gd name="T31" fmla="*/ 23 h 34"/>
                <a:gd name="T32" fmla="*/ 131 w 152"/>
                <a:gd name="T33" fmla="*/ 29 h 34"/>
                <a:gd name="T34" fmla="*/ 106 w 152"/>
                <a:gd name="T35" fmla="*/ 32 h 34"/>
                <a:gd name="T36" fmla="*/ 77 w 152"/>
                <a:gd name="T37" fmla="*/ 34 h 34"/>
                <a:gd name="T38" fmla="*/ 77 w 152"/>
                <a:gd name="T39" fmla="*/ 34 h 34"/>
                <a:gd name="T40" fmla="*/ 46 w 152"/>
                <a:gd name="T41" fmla="*/ 32 h 34"/>
                <a:gd name="T42" fmla="*/ 21 w 152"/>
                <a:gd name="T43" fmla="*/ 29 h 34"/>
                <a:gd name="T44" fmla="*/ 5 w 152"/>
                <a:gd name="T45" fmla="*/ 23 h 34"/>
                <a:gd name="T46" fmla="*/ 1 w 152"/>
                <a:gd name="T47" fmla="*/ 20 h 34"/>
                <a:gd name="T48" fmla="*/ 0 w 152"/>
                <a:gd name="T49" fmla="*/ 16 h 34"/>
                <a:gd name="T50" fmla="*/ 0 w 152"/>
                <a:gd name="T5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2" h="34">
                  <a:moveTo>
                    <a:pt x="0" y="16"/>
                  </a:moveTo>
                  <a:lnTo>
                    <a:pt x="0" y="16"/>
                  </a:lnTo>
                  <a:lnTo>
                    <a:pt x="1" y="13"/>
                  </a:lnTo>
                  <a:lnTo>
                    <a:pt x="5" y="11"/>
                  </a:lnTo>
                  <a:lnTo>
                    <a:pt x="21" y="5"/>
                  </a:lnTo>
                  <a:lnTo>
                    <a:pt x="46" y="2"/>
                  </a:lnTo>
                  <a:lnTo>
                    <a:pt x="77" y="0"/>
                  </a:lnTo>
                  <a:lnTo>
                    <a:pt x="77" y="0"/>
                  </a:lnTo>
                  <a:lnTo>
                    <a:pt x="106" y="2"/>
                  </a:lnTo>
                  <a:lnTo>
                    <a:pt x="131" y="5"/>
                  </a:lnTo>
                  <a:lnTo>
                    <a:pt x="147" y="11"/>
                  </a:lnTo>
                  <a:lnTo>
                    <a:pt x="152" y="13"/>
                  </a:lnTo>
                  <a:lnTo>
                    <a:pt x="152" y="16"/>
                  </a:lnTo>
                  <a:lnTo>
                    <a:pt x="152" y="16"/>
                  </a:lnTo>
                  <a:lnTo>
                    <a:pt x="152" y="20"/>
                  </a:lnTo>
                  <a:lnTo>
                    <a:pt x="147" y="23"/>
                  </a:lnTo>
                  <a:lnTo>
                    <a:pt x="131" y="29"/>
                  </a:lnTo>
                  <a:lnTo>
                    <a:pt x="106" y="32"/>
                  </a:lnTo>
                  <a:lnTo>
                    <a:pt x="77" y="34"/>
                  </a:lnTo>
                  <a:lnTo>
                    <a:pt x="77" y="34"/>
                  </a:lnTo>
                  <a:lnTo>
                    <a:pt x="46" y="32"/>
                  </a:lnTo>
                  <a:lnTo>
                    <a:pt x="21" y="29"/>
                  </a:lnTo>
                  <a:lnTo>
                    <a:pt x="5" y="23"/>
                  </a:lnTo>
                  <a:lnTo>
                    <a:pt x="1" y="20"/>
                  </a:lnTo>
                  <a:lnTo>
                    <a:pt x="0" y="16"/>
                  </a:lnTo>
                  <a:lnTo>
                    <a:pt x="0" y="16"/>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857"/>
            <p:cNvSpPr>
              <a:spLocks/>
            </p:cNvSpPr>
            <p:nvPr/>
          </p:nvSpPr>
          <p:spPr bwMode="auto">
            <a:xfrm>
              <a:off x="8226425" y="2432050"/>
              <a:ext cx="98425" cy="20638"/>
            </a:xfrm>
            <a:custGeom>
              <a:avLst/>
              <a:gdLst>
                <a:gd name="T0" fmla="*/ 0 w 124"/>
                <a:gd name="T1" fmla="*/ 13 h 25"/>
                <a:gd name="T2" fmla="*/ 0 w 124"/>
                <a:gd name="T3" fmla="*/ 13 h 25"/>
                <a:gd name="T4" fmla="*/ 2 w 124"/>
                <a:gd name="T5" fmla="*/ 11 h 25"/>
                <a:gd name="T6" fmla="*/ 6 w 124"/>
                <a:gd name="T7" fmla="*/ 7 h 25"/>
                <a:gd name="T8" fmla="*/ 18 w 124"/>
                <a:gd name="T9" fmla="*/ 4 h 25"/>
                <a:gd name="T10" fmla="*/ 38 w 124"/>
                <a:gd name="T11" fmla="*/ 0 h 25"/>
                <a:gd name="T12" fmla="*/ 63 w 124"/>
                <a:gd name="T13" fmla="*/ 0 h 25"/>
                <a:gd name="T14" fmla="*/ 63 w 124"/>
                <a:gd name="T15" fmla="*/ 0 h 25"/>
                <a:gd name="T16" fmla="*/ 87 w 124"/>
                <a:gd name="T17" fmla="*/ 0 h 25"/>
                <a:gd name="T18" fmla="*/ 106 w 124"/>
                <a:gd name="T19" fmla="*/ 4 h 25"/>
                <a:gd name="T20" fmla="*/ 119 w 124"/>
                <a:gd name="T21" fmla="*/ 7 h 25"/>
                <a:gd name="T22" fmla="*/ 123 w 124"/>
                <a:gd name="T23" fmla="*/ 11 h 25"/>
                <a:gd name="T24" fmla="*/ 124 w 124"/>
                <a:gd name="T25" fmla="*/ 13 h 25"/>
                <a:gd name="T26" fmla="*/ 124 w 124"/>
                <a:gd name="T27" fmla="*/ 13 h 25"/>
                <a:gd name="T28" fmla="*/ 123 w 124"/>
                <a:gd name="T29" fmla="*/ 16 h 25"/>
                <a:gd name="T30" fmla="*/ 119 w 124"/>
                <a:gd name="T31" fmla="*/ 18 h 25"/>
                <a:gd name="T32" fmla="*/ 106 w 124"/>
                <a:gd name="T33" fmla="*/ 22 h 25"/>
                <a:gd name="T34" fmla="*/ 87 w 124"/>
                <a:gd name="T35" fmla="*/ 25 h 25"/>
                <a:gd name="T36" fmla="*/ 63 w 124"/>
                <a:gd name="T37" fmla="*/ 25 h 25"/>
                <a:gd name="T38" fmla="*/ 63 w 124"/>
                <a:gd name="T39" fmla="*/ 25 h 25"/>
                <a:gd name="T40" fmla="*/ 38 w 124"/>
                <a:gd name="T41" fmla="*/ 25 h 25"/>
                <a:gd name="T42" fmla="*/ 18 w 124"/>
                <a:gd name="T43" fmla="*/ 22 h 25"/>
                <a:gd name="T44" fmla="*/ 6 w 124"/>
                <a:gd name="T45" fmla="*/ 18 h 25"/>
                <a:gd name="T46" fmla="*/ 2 w 124"/>
                <a:gd name="T47" fmla="*/ 16 h 25"/>
                <a:gd name="T48" fmla="*/ 0 w 124"/>
                <a:gd name="T49" fmla="*/ 13 h 25"/>
                <a:gd name="T50" fmla="*/ 0 w 124"/>
                <a:gd name="T51" fmla="*/ 1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4" h="25">
                  <a:moveTo>
                    <a:pt x="0" y="13"/>
                  </a:moveTo>
                  <a:lnTo>
                    <a:pt x="0" y="13"/>
                  </a:lnTo>
                  <a:lnTo>
                    <a:pt x="2" y="11"/>
                  </a:lnTo>
                  <a:lnTo>
                    <a:pt x="6" y="7"/>
                  </a:lnTo>
                  <a:lnTo>
                    <a:pt x="18" y="4"/>
                  </a:lnTo>
                  <a:lnTo>
                    <a:pt x="38" y="0"/>
                  </a:lnTo>
                  <a:lnTo>
                    <a:pt x="63" y="0"/>
                  </a:lnTo>
                  <a:lnTo>
                    <a:pt x="63" y="0"/>
                  </a:lnTo>
                  <a:lnTo>
                    <a:pt x="87" y="0"/>
                  </a:lnTo>
                  <a:lnTo>
                    <a:pt x="106" y="4"/>
                  </a:lnTo>
                  <a:lnTo>
                    <a:pt x="119" y="7"/>
                  </a:lnTo>
                  <a:lnTo>
                    <a:pt x="123" y="11"/>
                  </a:lnTo>
                  <a:lnTo>
                    <a:pt x="124" y="13"/>
                  </a:lnTo>
                  <a:lnTo>
                    <a:pt x="124" y="13"/>
                  </a:lnTo>
                  <a:lnTo>
                    <a:pt x="123" y="16"/>
                  </a:lnTo>
                  <a:lnTo>
                    <a:pt x="119" y="18"/>
                  </a:lnTo>
                  <a:lnTo>
                    <a:pt x="106" y="22"/>
                  </a:lnTo>
                  <a:lnTo>
                    <a:pt x="87" y="25"/>
                  </a:lnTo>
                  <a:lnTo>
                    <a:pt x="63" y="25"/>
                  </a:lnTo>
                  <a:lnTo>
                    <a:pt x="63" y="25"/>
                  </a:lnTo>
                  <a:lnTo>
                    <a:pt x="38" y="25"/>
                  </a:lnTo>
                  <a:lnTo>
                    <a:pt x="18" y="22"/>
                  </a:lnTo>
                  <a:lnTo>
                    <a:pt x="6" y="18"/>
                  </a:lnTo>
                  <a:lnTo>
                    <a:pt x="2" y="16"/>
                  </a:lnTo>
                  <a:lnTo>
                    <a:pt x="0" y="13"/>
                  </a:lnTo>
                  <a:lnTo>
                    <a:pt x="0" y="13"/>
                  </a:ln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858"/>
            <p:cNvSpPr>
              <a:spLocks/>
            </p:cNvSpPr>
            <p:nvPr/>
          </p:nvSpPr>
          <p:spPr bwMode="auto">
            <a:xfrm>
              <a:off x="8154987" y="2276475"/>
              <a:ext cx="236538" cy="165100"/>
            </a:xfrm>
            <a:custGeom>
              <a:avLst/>
              <a:gdLst>
                <a:gd name="T0" fmla="*/ 293 w 299"/>
                <a:gd name="T1" fmla="*/ 209 h 209"/>
                <a:gd name="T2" fmla="*/ 293 w 299"/>
                <a:gd name="T3" fmla="*/ 209 h 209"/>
                <a:gd name="T4" fmla="*/ 297 w 299"/>
                <a:gd name="T5" fmla="*/ 207 h 209"/>
                <a:gd name="T6" fmla="*/ 299 w 299"/>
                <a:gd name="T7" fmla="*/ 207 h 209"/>
                <a:gd name="T8" fmla="*/ 299 w 299"/>
                <a:gd name="T9" fmla="*/ 203 h 209"/>
                <a:gd name="T10" fmla="*/ 299 w 299"/>
                <a:gd name="T11" fmla="*/ 203 h 209"/>
                <a:gd name="T12" fmla="*/ 299 w 299"/>
                <a:gd name="T13" fmla="*/ 7 h 209"/>
                <a:gd name="T14" fmla="*/ 299 w 299"/>
                <a:gd name="T15" fmla="*/ 7 h 209"/>
                <a:gd name="T16" fmla="*/ 299 w 299"/>
                <a:gd name="T17" fmla="*/ 4 h 209"/>
                <a:gd name="T18" fmla="*/ 297 w 299"/>
                <a:gd name="T19" fmla="*/ 2 h 209"/>
                <a:gd name="T20" fmla="*/ 293 w 299"/>
                <a:gd name="T21" fmla="*/ 0 h 209"/>
                <a:gd name="T22" fmla="*/ 293 w 299"/>
                <a:gd name="T23" fmla="*/ 0 h 209"/>
                <a:gd name="T24" fmla="*/ 6 w 299"/>
                <a:gd name="T25" fmla="*/ 0 h 209"/>
                <a:gd name="T26" fmla="*/ 6 w 299"/>
                <a:gd name="T27" fmla="*/ 0 h 209"/>
                <a:gd name="T28" fmla="*/ 4 w 299"/>
                <a:gd name="T29" fmla="*/ 2 h 209"/>
                <a:gd name="T30" fmla="*/ 2 w 299"/>
                <a:gd name="T31" fmla="*/ 4 h 209"/>
                <a:gd name="T32" fmla="*/ 0 w 299"/>
                <a:gd name="T33" fmla="*/ 7 h 209"/>
                <a:gd name="T34" fmla="*/ 0 w 299"/>
                <a:gd name="T35" fmla="*/ 7 h 209"/>
                <a:gd name="T36" fmla="*/ 0 w 299"/>
                <a:gd name="T37" fmla="*/ 203 h 209"/>
                <a:gd name="T38" fmla="*/ 0 w 299"/>
                <a:gd name="T39" fmla="*/ 203 h 209"/>
                <a:gd name="T40" fmla="*/ 2 w 299"/>
                <a:gd name="T41" fmla="*/ 207 h 209"/>
                <a:gd name="T42" fmla="*/ 4 w 299"/>
                <a:gd name="T43" fmla="*/ 207 h 209"/>
                <a:gd name="T44" fmla="*/ 6 w 299"/>
                <a:gd name="T45" fmla="*/ 209 h 209"/>
                <a:gd name="T46" fmla="*/ 293 w 299"/>
                <a:gd name="T47"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9" h="209">
                  <a:moveTo>
                    <a:pt x="293" y="209"/>
                  </a:moveTo>
                  <a:lnTo>
                    <a:pt x="293" y="209"/>
                  </a:lnTo>
                  <a:lnTo>
                    <a:pt x="297" y="207"/>
                  </a:lnTo>
                  <a:lnTo>
                    <a:pt x="299" y="207"/>
                  </a:lnTo>
                  <a:lnTo>
                    <a:pt x="299" y="203"/>
                  </a:lnTo>
                  <a:lnTo>
                    <a:pt x="299" y="203"/>
                  </a:lnTo>
                  <a:lnTo>
                    <a:pt x="299" y="7"/>
                  </a:lnTo>
                  <a:lnTo>
                    <a:pt x="299" y="7"/>
                  </a:lnTo>
                  <a:lnTo>
                    <a:pt x="299" y="4"/>
                  </a:lnTo>
                  <a:lnTo>
                    <a:pt x="297" y="2"/>
                  </a:lnTo>
                  <a:lnTo>
                    <a:pt x="293" y="0"/>
                  </a:lnTo>
                  <a:lnTo>
                    <a:pt x="293" y="0"/>
                  </a:lnTo>
                  <a:lnTo>
                    <a:pt x="6" y="0"/>
                  </a:lnTo>
                  <a:lnTo>
                    <a:pt x="6" y="0"/>
                  </a:lnTo>
                  <a:lnTo>
                    <a:pt x="4" y="2"/>
                  </a:lnTo>
                  <a:lnTo>
                    <a:pt x="2" y="4"/>
                  </a:lnTo>
                  <a:lnTo>
                    <a:pt x="0" y="7"/>
                  </a:lnTo>
                  <a:lnTo>
                    <a:pt x="0" y="7"/>
                  </a:lnTo>
                  <a:lnTo>
                    <a:pt x="0" y="203"/>
                  </a:lnTo>
                  <a:lnTo>
                    <a:pt x="0" y="203"/>
                  </a:lnTo>
                  <a:lnTo>
                    <a:pt x="2" y="207"/>
                  </a:lnTo>
                  <a:lnTo>
                    <a:pt x="4" y="207"/>
                  </a:lnTo>
                  <a:lnTo>
                    <a:pt x="6" y="209"/>
                  </a:lnTo>
                  <a:lnTo>
                    <a:pt x="293" y="209"/>
                  </a:ln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859"/>
            <p:cNvSpPr>
              <a:spLocks noChangeArrowheads="1"/>
            </p:cNvSpPr>
            <p:nvPr/>
          </p:nvSpPr>
          <p:spPr bwMode="auto">
            <a:xfrm>
              <a:off x="8162925" y="2284413"/>
              <a:ext cx="222250" cy="127000"/>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860"/>
            <p:cNvSpPr>
              <a:spLocks/>
            </p:cNvSpPr>
            <p:nvPr/>
          </p:nvSpPr>
          <p:spPr bwMode="auto">
            <a:xfrm>
              <a:off x="7878762" y="2259013"/>
              <a:ext cx="19050" cy="209550"/>
            </a:xfrm>
            <a:custGeom>
              <a:avLst/>
              <a:gdLst>
                <a:gd name="T0" fmla="*/ 0 w 23"/>
                <a:gd name="T1" fmla="*/ 263 h 265"/>
                <a:gd name="T2" fmla="*/ 23 w 23"/>
                <a:gd name="T3" fmla="*/ 265 h 265"/>
                <a:gd name="T4" fmla="*/ 23 w 23"/>
                <a:gd name="T5" fmla="*/ 0 h 265"/>
                <a:gd name="T6" fmla="*/ 0 w 23"/>
                <a:gd name="T7" fmla="*/ 2 h 265"/>
                <a:gd name="T8" fmla="*/ 0 w 23"/>
                <a:gd name="T9" fmla="*/ 263 h 265"/>
              </a:gdLst>
              <a:ahLst/>
              <a:cxnLst>
                <a:cxn ang="0">
                  <a:pos x="T0" y="T1"/>
                </a:cxn>
                <a:cxn ang="0">
                  <a:pos x="T2" y="T3"/>
                </a:cxn>
                <a:cxn ang="0">
                  <a:pos x="T4" y="T5"/>
                </a:cxn>
                <a:cxn ang="0">
                  <a:pos x="T6" y="T7"/>
                </a:cxn>
                <a:cxn ang="0">
                  <a:pos x="T8" y="T9"/>
                </a:cxn>
              </a:cxnLst>
              <a:rect l="0" t="0" r="r" b="b"/>
              <a:pathLst>
                <a:path w="23" h="265">
                  <a:moveTo>
                    <a:pt x="0" y="263"/>
                  </a:moveTo>
                  <a:lnTo>
                    <a:pt x="23" y="265"/>
                  </a:lnTo>
                  <a:lnTo>
                    <a:pt x="23" y="0"/>
                  </a:lnTo>
                  <a:lnTo>
                    <a:pt x="0" y="2"/>
                  </a:lnTo>
                  <a:lnTo>
                    <a:pt x="0" y="263"/>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61"/>
            <p:cNvSpPr>
              <a:spLocks/>
            </p:cNvSpPr>
            <p:nvPr/>
          </p:nvSpPr>
          <p:spPr bwMode="auto">
            <a:xfrm>
              <a:off x="7891462" y="2259013"/>
              <a:ext cx="246063" cy="209550"/>
            </a:xfrm>
            <a:custGeom>
              <a:avLst/>
              <a:gdLst>
                <a:gd name="T0" fmla="*/ 305 w 311"/>
                <a:gd name="T1" fmla="*/ 234 h 265"/>
                <a:gd name="T2" fmla="*/ 305 w 311"/>
                <a:gd name="T3" fmla="*/ 234 h 265"/>
                <a:gd name="T4" fmla="*/ 307 w 311"/>
                <a:gd name="T5" fmla="*/ 232 h 265"/>
                <a:gd name="T6" fmla="*/ 309 w 311"/>
                <a:gd name="T7" fmla="*/ 232 h 265"/>
                <a:gd name="T8" fmla="*/ 311 w 311"/>
                <a:gd name="T9" fmla="*/ 229 h 265"/>
                <a:gd name="T10" fmla="*/ 311 w 311"/>
                <a:gd name="T11" fmla="*/ 229 h 265"/>
                <a:gd name="T12" fmla="*/ 311 w 311"/>
                <a:gd name="T13" fmla="*/ 26 h 265"/>
                <a:gd name="T14" fmla="*/ 311 w 311"/>
                <a:gd name="T15" fmla="*/ 26 h 265"/>
                <a:gd name="T16" fmla="*/ 309 w 311"/>
                <a:gd name="T17" fmla="*/ 22 h 265"/>
                <a:gd name="T18" fmla="*/ 307 w 311"/>
                <a:gd name="T19" fmla="*/ 20 h 265"/>
                <a:gd name="T20" fmla="*/ 305 w 311"/>
                <a:gd name="T21" fmla="*/ 18 h 265"/>
                <a:gd name="T22" fmla="*/ 305 w 311"/>
                <a:gd name="T23" fmla="*/ 18 h 265"/>
                <a:gd name="T24" fmla="*/ 7 w 311"/>
                <a:gd name="T25" fmla="*/ 0 h 265"/>
                <a:gd name="T26" fmla="*/ 7 w 311"/>
                <a:gd name="T27" fmla="*/ 0 h 265"/>
                <a:gd name="T28" fmla="*/ 3 w 311"/>
                <a:gd name="T29" fmla="*/ 0 h 265"/>
                <a:gd name="T30" fmla="*/ 2 w 311"/>
                <a:gd name="T31" fmla="*/ 2 h 265"/>
                <a:gd name="T32" fmla="*/ 0 w 311"/>
                <a:gd name="T33" fmla="*/ 6 h 265"/>
                <a:gd name="T34" fmla="*/ 0 w 311"/>
                <a:gd name="T35" fmla="*/ 6 h 265"/>
                <a:gd name="T36" fmla="*/ 0 w 311"/>
                <a:gd name="T37" fmla="*/ 258 h 265"/>
                <a:gd name="T38" fmla="*/ 0 w 311"/>
                <a:gd name="T39" fmla="*/ 258 h 265"/>
                <a:gd name="T40" fmla="*/ 2 w 311"/>
                <a:gd name="T41" fmla="*/ 263 h 265"/>
                <a:gd name="T42" fmla="*/ 3 w 311"/>
                <a:gd name="T43" fmla="*/ 265 h 265"/>
                <a:gd name="T44" fmla="*/ 7 w 311"/>
                <a:gd name="T45" fmla="*/ 265 h 265"/>
                <a:gd name="T46" fmla="*/ 305 w 311"/>
                <a:gd name="T47" fmla="*/ 234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11" h="265">
                  <a:moveTo>
                    <a:pt x="305" y="234"/>
                  </a:moveTo>
                  <a:lnTo>
                    <a:pt x="305" y="234"/>
                  </a:lnTo>
                  <a:lnTo>
                    <a:pt x="307" y="232"/>
                  </a:lnTo>
                  <a:lnTo>
                    <a:pt x="309" y="232"/>
                  </a:lnTo>
                  <a:lnTo>
                    <a:pt x="311" y="229"/>
                  </a:lnTo>
                  <a:lnTo>
                    <a:pt x="311" y="229"/>
                  </a:lnTo>
                  <a:lnTo>
                    <a:pt x="311" y="26"/>
                  </a:lnTo>
                  <a:lnTo>
                    <a:pt x="311" y="26"/>
                  </a:lnTo>
                  <a:lnTo>
                    <a:pt x="309" y="22"/>
                  </a:lnTo>
                  <a:lnTo>
                    <a:pt x="307" y="20"/>
                  </a:lnTo>
                  <a:lnTo>
                    <a:pt x="305" y="18"/>
                  </a:lnTo>
                  <a:lnTo>
                    <a:pt x="305" y="18"/>
                  </a:lnTo>
                  <a:lnTo>
                    <a:pt x="7" y="0"/>
                  </a:lnTo>
                  <a:lnTo>
                    <a:pt x="7" y="0"/>
                  </a:lnTo>
                  <a:lnTo>
                    <a:pt x="3" y="0"/>
                  </a:lnTo>
                  <a:lnTo>
                    <a:pt x="2" y="2"/>
                  </a:lnTo>
                  <a:lnTo>
                    <a:pt x="0" y="6"/>
                  </a:lnTo>
                  <a:lnTo>
                    <a:pt x="0" y="6"/>
                  </a:lnTo>
                  <a:lnTo>
                    <a:pt x="0" y="258"/>
                  </a:lnTo>
                  <a:lnTo>
                    <a:pt x="0" y="258"/>
                  </a:lnTo>
                  <a:lnTo>
                    <a:pt x="2" y="263"/>
                  </a:lnTo>
                  <a:lnTo>
                    <a:pt x="3" y="265"/>
                  </a:lnTo>
                  <a:lnTo>
                    <a:pt x="7" y="265"/>
                  </a:lnTo>
                  <a:lnTo>
                    <a:pt x="305" y="234"/>
                  </a:ln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62"/>
            <p:cNvSpPr>
              <a:spLocks/>
            </p:cNvSpPr>
            <p:nvPr/>
          </p:nvSpPr>
          <p:spPr bwMode="auto">
            <a:xfrm>
              <a:off x="7902575" y="2268538"/>
              <a:ext cx="228600" cy="163513"/>
            </a:xfrm>
            <a:custGeom>
              <a:avLst/>
              <a:gdLst>
                <a:gd name="T0" fmla="*/ 288 w 288"/>
                <a:gd name="T1" fmla="*/ 184 h 207"/>
                <a:gd name="T2" fmla="*/ 0 w 288"/>
                <a:gd name="T3" fmla="*/ 207 h 207"/>
                <a:gd name="T4" fmla="*/ 0 w 288"/>
                <a:gd name="T5" fmla="*/ 0 h 207"/>
                <a:gd name="T6" fmla="*/ 288 w 288"/>
                <a:gd name="T7" fmla="*/ 16 h 207"/>
                <a:gd name="T8" fmla="*/ 288 w 288"/>
                <a:gd name="T9" fmla="*/ 184 h 207"/>
              </a:gdLst>
              <a:ahLst/>
              <a:cxnLst>
                <a:cxn ang="0">
                  <a:pos x="T0" y="T1"/>
                </a:cxn>
                <a:cxn ang="0">
                  <a:pos x="T2" y="T3"/>
                </a:cxn>
                <a:cxn ang="0">
                  <a:pos x="T4" y="T5"/>
                </a:cxn>
                <a:cxn ang="0">
                  <a:pos x="T6" y="T7"/>
                </a:cxn>
                <a:cxn ang="0">
                  <a:pos x="T8" y="T9"/>
                </a:cxn>
              </a:cxnLst>
              <a:rect l="0" t="0" r="r" b="b"/>
              <a:pathLst>
                <a:path w="288" h="207">
                  <a:moveTo>
                    <a:pt x="288" y="184"/>
                  </a:moveTo>
                  <a:lnTo>
                    <a:pt x="0" y="207"/>
                  </a:lnTo>
                  <a:lnTo>
                    <a:pt x="0" y="0"/>
                  </a:lnTo>
                  <a:lnTo>
                    <a:pt x="288" y="16"/>
                  </a:lnTo>
                  <a:lnTo>
                    <a:pt x="288" y="184"/>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863"/>
            <p:cNvSpPr>
              <a:spLocks/>
            </p:cNvSpPr>
            <p:nvPr/>
          </p:nvSpPr>
          <p:spPr bwMode="auto">
            <a:xfrm>
              <a:off x="8650287" y="2259013"/>
              <a:ext cx="19050" cy="209550"/>
            </a:xfrm>
            <a:custGeom>
              <a:avLst/>
              <a:gdLst>
                <a:gd name="T0" fmla="*/ 24 w 24"/>
                <a:gd name="T1" fmla="*/ 263 h 265"/>
                <a:gd name="T2" fmla="*/ 0 w 24"/>
                <a:gd name="T3" fmla="*/ 265 h 265"/>
                <a:gd name="T4" fmla="*/ 0 w 24"/>
                <a:gd name="T5" fmla="*/ 0 h 265"/>
                <a:gd name="T6" fmla="*/ 24 w 24"/>
                <a:gd name="T7" fmla="*/ 2 h 265"/>
                <a:gd name="T8" fmla="*/ 24 w 24"/>
                <a:gd name="T9" fmla="*/ 263 h 265"/>
              </a:gdLst>
              <a:ahLst/>
              <a:cxnLst>
                <a:cxn ang="0">
                  <a:pos x="T0" y="T1"/>
                </a:cxn>
                <a:cxn ang="0">
                  <a:pos x="T2" y="T3"/>
                </a:cxn>
                <a:cxn ang="0">
                  <a:pos x="T4" y="T5"/>
                </a:cxn>
                <a:cxn ang="0">
                  <a:pos x="T6" y="T7"/>
                </a:cxn>
                <a:cxn ang="0">
                  <a:pos x="T8" y="T9"/>
                </a:cxn>
              </a:cxnLst>
              <a:rect l="0" t="0" r="r" b="b"/>
              <a:pathLst>
                <a:path w="24" h="265">
                  <a:moveTo>
                    <a:pt x="24" y="263"/>
                  </a:moveTo>
                  <a:lnTo>
                    <a:pt x="0" y="265"/>
                  </a:lnTo>
                  <a:lnTo>
                    <a:pt x="0" y="0"/>
                  </a:lnTo>
                  <a:lnTo>
                    <a:pt x="24" y="2"/>
                  </a:lnTo>
                  <a:lnTo>
                    <a:pt x="24" y="263"/>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864"/>
            <p:cNvSpPr>
              <a:spLocks/>
            </p:cNvSpPr>
            <p:nvPr/>
          </p:nvSpPr>
          <p:spPr bwMode="auto">
            <a:xfrm>
              <a:off x="8408987" y="2259013"/>
              <a:ext cx="247650" cy="209550"/>
            </a:xfrm>
            <a:custGeom>
              <a:avLst/>
              <a:gdLst>
                <a:gd name="T0" fmla="*/ 6 w 311"/>
                <a:gd name="T1" fmla="*/ 234 h 265"/>
                <a:gd name="T2" fmla="*/ 6 w 311"/>
                <a:gd name="T3" fmla="*/ 234 h 265"/>
                <a:gd name="T4" fmla="*/ 2 w 311"/>
                <a:gd name="T5" fmla="*/ 232 h 265"/>
                <a:gd name="T6" fmla="*/ 0 w 311"/>
                <a:gd name="T7" fmla="*/ 229 h 265"/>
                <a:gd name="T8" fmla="*/ 0 w 311"/>
                <a:gd name="T9" fmla="*/ 229 h 265"/>
                <a:gd name="T10" fmla="*/ 0 w 311"/>
                <a:gd name="T11" fmla="*/ 26 h 265"/>
                <a:gd name="T12" fmla="*/ 0 w 311"/>
                <a:gd name="T13" fmla="*/ 26 h 265"/>
                <a:gd name="T14" fmla="*/ 2 w 311"/>
                <a:gd name="T15" fmla="*/ 22 h 265"/>
                <a:gd name="T16" fmla="*/ 6 w 311"/>
                <a:gd name="T17" fmla="*/ 18 h 265"/>
                <a:gd name="T18" fmla="*/ 6 w 311"/>
                <a:gd name="T19" fmla="*/ 18 h 265"/>
                <a:gd name="T20" fmla="*/ 304 w 311"/>
                <a:gd name="T21" fmla="*/ 0 h 265"/>
                <a:gd name="T22" fmla="*/ 304 w 311"/>
                <a:gd name="T23" fmla="*/ 0 h 265"/>
                <a:gd name="T24" fmla="*/ 308 w 311"/>
                <a:gd name="T25" fmla="*/ 0 h 265"/>
                <a:gd name="T26" fmla="*/ 310 w 311"/>
                <a:gd name="T27" fmla="*/ 2 h 265"/>
                <a:gd name="T28" fmla="*/ 311 w 311"/>
                <a:gd name="T29" fmla="*/ 6 h 265"/>
                <a:gd name="T30" fmla="*/ 311 w 311"/>
                <a:gd name="T31" fmla="*/ 6 h 265"/>
                <a:gd name="T32" fmla="*/ 311 w 311"/>
                <a:gd name="T33" fmla="*/ 258 h 265"/>
                <a:gd name="T34" fmla="*/ 311 w 311"/>
                <a:gd name="T35" fmla="*/ 258 h 265"/>
                <a:gd name="T36" fmla="*/ 310 w 311"/>
                <a:gd name="T37" fmla="*/ 263 h 265"/>
                <a:gd name="T38" fmla="*/ 308 w 311"/>
                <a:gd name="T39" fmla="*/ 265 h 265"/>
                <a:gd name="T40" fmla="*/ 304 w 311"/>
                <a:gd name="T41" fmla="*/ 265 h 265"/>
                <a:gd name="T42" fmla="*/ 6 w 311"/>
                <a:gd name="T43" fmla="*/ 234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1" h="265">
                  <a:moveTo>
                    <a:pt x="6" y="234"/>
                  </a:moveTo>
                  <a:lnTo>
                    <a:pt x="6" y="234"/>
                  </a:lnTo>
                  <a:lnTo>
                    <a:pt x="2" y="232"/>
                  </a:lnTo>
                  <a:lnTo>
                    <a:pt x="0" y="229"/>
                  </a:lnTo>
                  <a:lnTo>
                    <a:pt x="0" y="229"/>
                  </a:lnTo>
                  <a:lnTo>
                    <a:pt x="0" y="26"/>
                  </a:lnTo>
                  <a:lnTo>
                    <a:pt x="0" y="26"/>
                  </a:lnTo>
                  <a:lnTo>
                    <a:pt x="2" y="22"/>
                  </a:lnTo>
                  <a:lnTo>
                    <a:pt x="6" y="18"/>
                  </a:lnTo>
                  <a:lnTo>
                    <a:pt x="6" y="18"/>
                  </a:lnTo>
                  <a:lnTo>
                    <a:pt x="304" y="0"/>
                  </a:lnTo>
                  <a:lnTo>
                    <a:pt x="304" y="0"/>
                  </a:lnTo>
                  <a:lnTo>
                    <a:pt x="308" y="0"/>
                  </a:lnTo>
                  <a:lnTo>
                    <a:pt x="310" y="2"/>
                  </a:lnTo>
                  <a:lnTo>
                    <a:pt x="311" y="6"/>
                  </a:lnTo>
                  <a:lnTo>
                    <a:pt x="311" y="6"/>
                  </a:lnTo>
                  <a:lnTo>
                    <a:pt x="311" y="258"/>
                  </a:lnTo>
                  <a:lnTo>
                    <a:pt x="311" y="258"/>
                  </a:lnTo>
                  <a:lnTo>
                    <a:pt x="310" y="263"/>
                  </a:lnTo>
                  <a:lnTo>
                    <a:pt x="308" y="265"/>
                  </a:lnTo>
                  <a:lnTo>
                    <a:pt x="304" y="265"/>
                  </a:lnTo>
                  <a:lnTo>
                    <a:pt x="6" y="234"/>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865"/>
            <p:cNvSpPr>
              <a:spLocks/>
            </p:cNvSpPr>
            <p:nvPr/>
          </p:nvSpPr>
          <p:spPr bwMode="auto">
            <a:xfrm>
              <a:off x="8418512" y="2268538"/>
              <a:ext cx="227013" cy="163513"/>
            </a:xfrm>
            <a:custGeom>
              <a:avLst/>
              <a:gdLst>
                <a:gd name="T0" fmla="*/ 0 w 288"/>
                <a:gd name="T1" fmla="*/ 184 h 207"/>
                <a:gd name="T2" fmla="*/ 288 w 288"/>
                <a:gd name="T3" fmla="*/ 207 h 207"/>
                <a:gd name="T4" fmla="*/ 288 w 288"/>
                <a:gd name="T5" fmla="*/ 0 h 207"/>
                <a:gd name="T6" fmla="*/ 0 w 288"/>
                <a:gd name="T7" fmla="*/ 16 h 207"/>
                <a:gd name="T8" fmla="*/ 0 w 288"/>
                <a:gd name="T9" fmla="*/ 184 h 207"/>
              </a:gdLst>
              <a:ahLst/>
              <a:cxnLst>
                <a:cxn ang="0">
                  <a:pos x="T0" y="T1"/>
                </a:cxn>
                <a:cxn ang="0">
                  <a:pos x="T2" y="T3"/>
                </a:cxn>
                <a:cxn ang="0">
                  <a:pos x="T4" y="T5"/>
                </a:cxn>
                <a:cxn ang="0">
                  <a:pos x="T6" y="T7"/>
                </a:cxn>
                <a:cxn ang="0">
                  <a:pos x="T8" y="T9"/>
                </a:cxn>
              </a:cxnLst>
              <a:rect l="0" t="0" r="r" b="b"/>
              <a:pathLst>
                <a:path w="288" h="207">
                  <a:moveTo>
                    <a:pt x="0" y="184"/>
                  </a:moveTo>
                  <a:lnTo>
                    <a:pt x="288" y="207"/>
                  </a:lnTo>
                  <a:lnTo>
                    <a:pt x="288" y="0"/>
                  </a:lnTo>
                  <a:lnTo>
                    <a:pt x="0" y="16"/>
                  </a:lnTo>
                  <a:lnTo>
                    <a:pt x="0" y="184"/>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866"/>
            <p:cNvSpPr>
              <a:spLocks/>
            </p:cNvSpPr>
            <p:nvPr/>
          </p:nvSpPr>
          <p:spPr bwMode="auto">
            <a:xfrm>
              <a:off x="7916862" y="2370138"/>
              <a:ext cx="12700" cy="46038"/>
            </a:xfrm>
            <a:custGeom>
              <a:avLst/>
              <a:gdLst>
                <a:gd name="T0" fmla="*/ 16 w 16"/>
                <a:gd name="T1" fmla="*/ 0 h 57"/>
                <a:gd name="T2" fmla="*/ 16 w 16"/>
                <a:gd name="T3" fmla="*/ 57 h 57"/>
                <a:gd name="T4" fmla="*/ 0 w 16"/>
                <a:gd name="T5" fmla="*/ 57 h 57"/>
                <a:gd name="T6" fmla="*/ 0 w 16"/>
                <a:gd name="T7" fmla="*/ 2 h 57"/>
                <a:gd name="T8" fmla="*/ 16 w 16"/>
                <a:gd name="T9" fmla="*/ 0 h 57"/>
              </a:gdLst>
              <a:ahLst/>
              <a:cxnLst>
                <a:cxn ang="0">
                  <a:pos x="T0" y="T1"/>
                </a:cxn>
                <a:cxn ang="0">
                  <a:pos x="T2" y="T3"/>
                </a:cxn>
                <a:cxn ang="0">
                  <a:pos x="T4" y="T5"/>
                </a:cxn>
                <a:cxn ang="0">
                  <a:pos x="T6" y="T7"/>
                </a:cxn>
                <a:cxn ang="0">
                  <a:pos x="T8" y="T9"/>
                </a:cxn>
              </a:cxnLst>
              <a:rect l="0" t="0" r="r" b="b"/>
              <a:pathLst>
                <a:path w="16" h="57">
                  <a:moveTo>
                    <a:pt x="16" y="0"/>
                  </a:moveTo>
                  <a:lnTo>
                    <a:pt x="16" y="57"/>
                  </a:lnTo>
                  <a:lnTo>
                    <a:pt x="0" y="57"/>
                  </a:lnTo>
                  <a:lnTo>
                    <a:pt x="0" y="2"/>
                  </a:lnTo>
                  <a:lnTo>
                    <a:pt x="16" y="0"/>
                  </a:ln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867"/>
            <p:cNvSpPr>
              <a:spLocks/>
            </p:cNvSpPr>
            <p:nvPr/>
          </p:nvSpPr>
          <p:spPr bwMode="auto">
            <a:xfrm>
              <a:off x="8081962" y="2317750"/>
              <a:ext cx="33338" cy="14288"/>
            </a:xfrm>
            <a:custGeom>
              <a:avLst/>
              <a:gdLst>
                <a:gd name="T0" fmla="*/ 39 w 41"/>
                <a:gd name="T1" fmla="*/ 0 h 18"/>
                <a:gd name="T2" fmla="*/ 39 w 41"/>
                <a:gd name="T3" fmla="*/ 0 h 18"/>
                <a:gd name="T4" fmla="*/ 39 w 41"/>
                <a:gd name="T5" fmla="*/ 4 h 18"/>
                <a:gd name="T6" fmla="*/ 39 w 41"/>
                <a:gd name="T7" fmla="*/ 4 h 18"/>
                <a:gd name="T8" fmla="*/ 41 w 41"/>
                <a:gd name="T9" fmla="*/ 9 h 18"/>
                <a:gd name="T10" fmla="*/ 41 w 41"/>
                <a:gd name="T11" fmla="*/ 9 h 18"/>
                <a:gd name="T12" fmla="*/ 41 w 41"/>
                <a:gd name="T13" fmla="*/ 13 h 18"/>
                <a:gd name="T14" fmla="*/ 41 w 41"/>
                <a:gd name="T15" fmla="*/ 13 h 18"/>
                <a:gd name="T16" fmla="*/ 41 w 41"/>
                <a:gd name="T17" fmla="*/ 18 h 18"/>
                <a:gd name="T18" fmla="*/ 41 w 41"/>
                <a:gd name="T19" fmla="*/ 18 h 18"/>
                <a:gd name="T20" fmla="*/ 0 w 41"/>
                <a:gd name="T21" fmla="*/ 18 h 18"/>
                <a:gd name="T22" fmla="*/ 39 w 41"/>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 h="18">
                  <a:moveTo>
                    <a:pt x="39" y="0"/>
                  </a:moveTo>
                  <a:lnTo>
                    <a:pt x="39" y="0"/>
                  </a:lnTo>
                  <a:lnTo>
                    <a:pt x="39" y="4"/>
                  </a:lnTo>
                  <a:lnTo>
                    <a:pt x="39" y="4"/>
                  </a:lnTo>
                  <a:lnTo>
                    <a:pt x="41" y="9"/>
                  </a:lnTo>
                  <a:lnTo>
                    <a:pt x="41" y="9"/>
                  </a:lnTo>
                  <a:lnTo>
                    <a:pt x="41" y="13"/>
                  </a:lnTo>
                  <a:lnTo>
                    <a:pt x="41" y="13"/>
                  </a:lnTo>
                  <a:lnTo>
                    <a:pt x="41" y="18"/>
                  </a:lnTo>
                  <a:lnTo>
                    <a:pt x="41" y="18"/>
                  </a:lnTo>
                  <a:lnTo>
                    <a:pt x="0" y="18"/>
                  </a:lnTo>
                  <a:lnTo>
                    <a:pt x="39" y="0"/>
                  </a:ln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68"/>
            <p:cNvSpPr>
              <a:spLocks/>
            </p:cNvSpPr>
            <p:nvPr/>
          </p:nvSpPr>
          <p:spPr bwMode="auto">
            <a:xfrm>
              <a:off x="8081962" y="2301875"/>
              <a:ext cx="31750" cy="30163"/>
            </a:xfrm>
            <a:custGeom>
              <a:avLst/>
              <a:gdLst>
                <a:gd name="T0" fmla="*/ 28 w 39"/>
                <a:gd name="T1" fmla="*/ 0 h 38"/>
                <a:gd name="T2" fmla="*/ 28 w 39"/>
                <a:gd name="T3" fmla="*/ 0 h 38"/>
                <a:gd name="T4" fmla="*/ 32 w 39"/>
                <a:gd name="T5" fmla="*/ 6 h 38"/>
                <a:gd name="T6" fmla="*/ 32 w 39"/>
                <a:gd name="T7" fmla="*/ 6 h 38"/>
                <a:gd name="T8" fmla="*/ 34 w 39"/>
                <a:gd name="T9" fmla="*/ 8 h 38"/>
                <a:gd name="T10" fmla="*/ 34 w 39"/>
                <a:gd name="T11" fmla="*/ 11 h 38"/>
                <a:gd name="T12" fmla="*/ 34 w 39"/>
                <a:gd name="T13" fmla="*/ 11 h 38"/>
                <a:gd name="T14" fmla="*/ 36 w 39"/>
                <a:gd name="T15" fmla="*/ 13 h 38"/>
                <a:gd name="T16" fmla="*/ 36 w 39"/>
                <a:gd name="T17" fmla="*/ 15 h 38"/>
                <a:gd name="T18" fmla="*/ 36 w 39"/>
                <a:gd name="T19" fmla="*/ 15 h 38"/>
                <a:gd name="T20" fmla="*/ 39 w 39"/>
                <a:gd name="T21" fmla="*/ 20 h 38"/>
                <a:gd name="T22" fmla="*/ 39 w 39"/>
                <a:gd name="T23" fmla="*/ 20 h 38"/>
                <a:gd name="T24" fmla="*/ 0 w 39"/>
                <a:gd name="T25" fmla="*/ 38 h 38"/>
                <a:gd name="T26" fmla="*/ 28 w 39"/>
                <a:gd name="T2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38">
                  <a:moveTo>
                    <a:pt x="28" y="0"/>
                  </a:moveTo>
                  <a:lnTo>
                    <a:pt x="28" y="0"/>
                  </a:lnTo>
                  <a:lnTo>
                    <a:pt x="32" y="6"/>
                  </a:lnTo>
                  <a:lnTo>
                    <a:pt x="32" y="6"/>
                  </a:lnTo>
                  <a:lnTo>
                    <a:pt x="34" y="8"/>
                  </a:lnTo>
                  <a:lnTo>
                    <a:pt x="34" y="11"/>
                  </a:lnTo>
                  <a:lnTo>
                    <a:pt x="34" y="11"/>
                  </a:lnTo>
                  <a:lnTo>
                    <a:pt x="36" y="13"/>
                  </a:lnTo>
                  <a:lnTo>
                    <a:pt x="36" y="15"/>
                  </a:lnTo>
                  <a:lnTo>
                    <a:pt x="36" y="15"/>
                  </a:lnTo>
                  <a:lnTo>
                    <a:pt x="39" y="20"/>
                  </a:lnTo>
                  <a:lnTo>
                    <a:pt x="39" y="20"/>
                  </a:lnTo>
                  <a:lnTo>
                    <a:pt x="0" y="38"/>
                  </a:lnTo>
                  <a:lnTo>
                    <a:pt x="28" y="0"/>
                  </a:ln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869"/>
            <p:cNvSpPr>
              <a:spLocks/>
            </p:cNvSpPr>
            <p:nvPr/>
          </p:nvSpPr>
          <p:spPr bwMode="auto">
            <a:xfrm>
              <a:off x="8066087" y="2332038"/>
              <a:ext cx="49213" cy="39688"/>
            </a:xfrm>
            <a:custGeom>
              <a:avLst/>
              <a:gdLst>
                <a:gd name="T0" fmla="*/ 20 w 61"/>
                <a:gd name="T1" fmla="*/ 0 h 51"/>
                <a:gd name="T2" fmla="*/ 20 w 61"/>
                <a:gd name="T3" fmla="*/ 0 h 51"/>
                <a:gd name="T4" fmla="*/ 61 w 61"/>
                <a:gd name="T5" fmla="*/ 0 h 51"/>
                <a:gd name="T6" fmla="*/ 61 w 61"/>
                <a:gd name="T7" fmla="*/ 0 h 51"/>
                <a:gd name="T8" fmla="*/ 61 w 61"/>
                <a:gd name="T9" fmla="*/ 11 h 51"/>
                <a:gd name="T10" fmla="*/ 59 w 61"/>
                <a:gd name="T11" fmla="*/ 20 h 51"/>
                <a:gd name="T12" fmla="*/ 59 w 61"/>
                <a:gd name="T13" fmla="*/ 20 h 51"/>
                <a:gd name="T14" fmla="*/ 56 w 61"/>
                <a:gd name="T15" fmla="*/ 27 h 51"/>
                <a:gd name="T16" fmla="*/ 48 w 61"/>
                <a:gd name="T17" fmla="*/ 34 h 51"/>
                <a:gd name="T18" fmla="*/ 48 w 61"/>
                <a:gd name="T19" fmla="*/ 34 h 51"/>
                <a:gd name="T20" fmla="*/ 43 w 61"/>
                <a:gd name="T21" fmla="*/ 42 h 51"/>
                <a:gd name="T22" fmla="*/ 36 w 61"/>
                <a:gd name="T23" fmla="*/ 47 h 51"/>
                <a:gd name="T24" fmla="*/ 36 w 61"/>
                <a:gd name="T25" fmla="*/ 47 h 51"/>
                <a:gd name="T26" fmla="*/ 29 w 61"/>
                <a:gd name="T27" fmla="*/ 51 h 51"/>
                <a:gd name="T28" fmla="*/ 20 w 61"/>
                <a:gd name="T29" fmla="*/ 51 h 51"/>
                <a:gd name="T30" fmla="*/ 20 w 61"/>
                <a:gd name="T31" fmla="*/ 51 h 51"/>
                <a:gd name="T32" fmla="*/ 14 w 61"/>
                <a:gd name="T33" fmla="*/ 51 h 51"/>
                <a:gd name="T34" fmla="*/ 14 w 61"/>
                <a:gd name="T35" fmla="*/ 51 h 51"/>
                <a:gd name="T36" fmla="*/ 13 w 61"/>
                <a:gd name="T37" fmla="*/ 51 h 51"/>
                <a:gd name="T38" fmla="*/ 11 w 61"/>
                <a:gd name="T39" fmla="*/ 51 h 51"/>
                <a:gd name="T40" fmla="*/ 11 w 61"/>
                <a:gd name="T41" fmla="*/ 51 h 51"/>
                <a:gd name="T42" fmla="*/ 5 w 61"/>
                <a:gd name="T43" fmla="*/ 47 h 51"/>
                <a:gd name="T44" fmla="*/ 5 w 61"/>
                <a:gd name="T45" fmla="*/ 47 h 51"/>
                <a:gd name="T46" fmla="*/ 2 w 61"/>
                <a:gd name="T47" fmla="*/ 47 h 51"/>
                <a:gd name="T48" fmla="*/ 0 w 61"/>
                <a:gd name="T49" fmla="*/ 45 h 51"/>
                <a:gd name="T50" fmla="*/ 20 w 61"/>
                <a:gd name="T5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51">
                  <a:moveTo>
                    <a:pt x="20" y="0"/>
                  </a:moveTo>
                  <a:lnTo>
                    <a:pt x="20" y="0"/>
                  </a:lnTo>
                  <a:lnTo>
                    <a:pt x="61" y="0"/>
                  </a:lnTo>
                  <a:lnTo>
                    <a:pt x="61" y="0"/>
                  </a:lnTo>
                  <a:lnTo>
                    <a:pt x="61" y="11"/>
                  </a:lnTo>
                  <a:lnTo>
                    <a:pt x="59" y="20"/>
                  </a:lnTo>
                  <a:lnTo>
                    <a:pt x="59" y="20"/>
                  </a:lnTo>
                  <a:lnTo>
                    <a:pt x="56" y="27"/>
                  </a:lnTo>
                  <a:lnTo>
                    <a:pt x="48" y="34"/>
                  </a:lnTo>
                  <a:lnTo>
                    <a:pt x="48" y="34"/>
                  </a:lnTo>
                  <a:lnTo>
                    <a:pt x="43" y="42"/>
                  </a:lnTo>
                  <a:lnTo>
                    <a:pt x="36" y="47"/>
                  </a:lnTo>
                  <a:lnTo>
                    <a:pt x="36" y="47"/>
                  </a:lnTo>
                  <a:lnTo>
                    <a:pt x="29" y="51"/>
                  </a:lnTo>
                  <a:lnTo>
                    <a:pt x="20" y="51"/>
                  </a:lnTo>
                  <a:lnTo>
                    <a:pt x="20" y="51"/>
                  </a:lnTo>
                  <a:lnTo>
                    <a:pt x="14" y="51"/>
                  </a:lnTo>
                  <a:lnTo>
                    <a:pt x="14" y="51"/>
                  </a:lnTo>
                  <a:lnTo>
                    <a:pt x="13" y="51"/>
                  </a:lnTo>
                  <a:lnTo>
                    <a:pt x="11" y="51"/>
                  </a:lnTo>
                  <a:lnTo>
                    <a:pt x="11" y="51"/>
                  </a:lnTo>
                  <a:lnTo>
                    <a:pt x="5" y="47"/>
                  </a:lnTo>
                  <a:lnTo>
                    <a:pt x="5" y="47"/>
                  </a:lnTo>
                  <a:lnTo>
                    <a:pt x="2" y="47"/>
                  </a:lnTo>
                  <a:lnTo>
                    <a:pt x="0" y="45"/>
                  </a:lnTo>
                  <a:lnTo>
                    <a:pt x="20"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870"/>
            <p:cNvSpPr>
              <a:spLocks/>
            </p:cNvSpPr>
            <p:nvPr/>
          </p:nvSpPr>
          <p:spPr bwMode="auto">
            <a:xfrm>
              <a:off x="8081962" y="2332038"/>
              <a:ext cx="33338" cy="39688"/>
            </a:xfrm>
            <a:custGeom>
              <a:avLst/>
              <a:gdLst>
                <a:gd name="T0" fmla="*/ 41 w 41"/>
                <a:gd name="T1" fmla="*/ 0 h 51"/>
                <a:gd name="T2" fmla="*/ 41 w 41"/>
                <a:gd name="T3" fmla="*/ 0 h 51"/>
                <a:gd name="T4" fmla="*/ 41 w 41"/>
                <a:gd name="T5" fmla="*/ 11 h 51"/>
                <a:gd name="T6" fmla="*/ 39 w 41"/>
                <a:gd name="T7" fmla="*/ 20 h 51"/>
                <a:gd name="T8" fmla="*/ 39 w 41"/>
                <a:gd name="T9" fmla="*/ 20 h 51"/>
                <a:gd name="T10" fmla="*/ 36 w 41"/>
                <a:gd name="T11" fmla="*/ 27 h 51"/>
                <a:gd name="T12" fmla="*/ 28 w 41"/>
                <a:gd name="T13" fmla="*/ 34 h 51"/>
                <a:gd name="T14" fmla="*/ 28 w 41"/>
                <a:gd name="T15" fmla="*/ 34 h 51"/>
                <a:gd name="T16" fmla="*/ 23 w 41"/>
                <a:gd name="T17" fmla="*/ 42 h 51"/>
                <a:gd name="T18" fmla="*/ 16 w 41"/>
                <a:gd name="T19" fmla="*/ 47 h 51"/>
                <a:gd name="T20" fmla="*/ 16 w 41"/>
                <a:gd name="T21" fmla="*/ 47 h 51"/>
                <a:gd name="T22" fmla="*/ 9 w 41"/>
                <a:gd name="T23" fmla="*/ 51 h 51"/>
                <a:gd name="T24" fmla="*/ 0 w 41"/>
                <a:gd name="T25" fmla="*/ 51 h 51"/>
                <a:gd name="T26" fmla="*/ 0 w 41"/>
                <a:gd name="T27" fmla="*/ 51 h 51"/>
                <a:gd name="T28" fmla="*/ 9 w 41"/>
                <a:gd name="T29" fmla="*/ 51 h 51"/>
                <a:gd name="T30" fmla="*/ 16 w 41"/>
                <a:gd name="T31" fmla="*/ 47 h 51"/>
                <a:gd name="T32" fmla="*/ 16 w 41"/>
                <a:gd name="T33" fmla="*/ 47 h 51"/>
                <a:gd name="T34" fmla="*/ 23 w 41"/>
                <a:gd name="T35" fmla="*/ 42 h 51"/>
                <a:gd name="T36" fmla="*/ 28 w 41"/>
                <a:gd name="T37" fmla="*/ 34 h 51"/>
                <a:gd name="T38" fmla="*/ 28 w 41"/>
                <a:gd name="T39" fmla="*/ 34 h 51"/>
                <a:gd name="T40" fmla="*/ 36 w 41"/>
                <a:gd name="T41" fmla="*/ 27 h 51"/>
                <a:gd name="T42" fmla="*/ 39 w 41"/>
                <a:gd name="T43" fmla="*/ 20 h 51"/>
                <a:gd name="T44" fmla="*/ 39 w 41"/>
                <a:gd name="T45" fmla="*/ 20 h 51"/>
                <a:gd name="T46" fmla="*/ 41 w 41"/>
                <a:gd name="T47" fmla="*/ 11 h 51"/>
                <a:gd name="T48" fmla="*/ 41 w 41"/>
                <a:gd name="T49" fmla="*/ 0 h 51"/>
                <a:gd name="T50" fmla="*/ 41 w 41"/>
                <a:gd name="T5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1" h="51">
                  <a:moveTo>
                    <a:pt x="41" y="0"/>
                  </a:moveTo>
                  <a:lnTo>
                    <a:pt x="41" y="0"/>
                  </a:lnTo>
                  <a:lnTo>
                    <a:pt x="41" y="11"/>
                  </a:lnTo>
                  <a:lnTo>
                    <a:pt x="39" y="20"/>
                  </a:lnTo>
                  <a:lnTo>
                    <a:pt x="39" y="20"/>
                  </a:lnTo>
                  <a:lnTo>
                    <a:pt x="36" y="27"/>
                  </a:lnTo>
                  <a:lnTo>
                    <a:pt x="28" y="34"/>
                  </a:lnTo>
                  <a:lnTo>
                    <a:pt x="28" y="34"/>
                  </a:lnTo>
                  <a:lnTo>
                    <a:pt x="23" y="42"/>
                  </a:lnTo>
                  <a:lnTo>
                    <a:pt x="16" y="47"/>
                  </a:lnTo>
                  <a:lnTo>
                    <a:pt x="16" y="47"/>
                  </a:lnTo>
                  <a:lnTo>
                    <a:pt x="9" y="51"/>
                  </a:lnTo>
                  <a:lnTo>
                    <a:pt x="0" y="51"/>
                  </a:lnTo>
                  <a:lnTo>
                    <a:pt x="0" y="51"/>
                  </a:lnTo>
                  <a:lnTo>
                    <a:pt x="9" y="51"/>
                  </a:lnTo>
                  <a:lnTo>
                    <a:pt x="16" y="47"/>
                  </a:lnTo>
                  <a:lnTo>
                    <a:pt x="16" y="47"/>
                  </a:lnTo>
                  <a:lnTo>
                    <a:pt x="23" y="42"/>
                  </a:lnTo>
                  <a:lnTo>
                    <a:pt x="28" y="34"/>
                  </a:lnTo>
                  <a:lnTo>
                    <a:pt x="28" y="34"/>
                  </a:lnTo>
                  <a:lnTo>
                    <a:pt x="36" y="27"/>
                  </a:lnTo>
                  <a:lnTo>
                    <a:pt x="39" y="20"/>
                  </a:lnTo>
                  <a:lnTo>
                    <a:pt x="39" y="20"/>
                  </a:lnTo>
                  <a:lnTo>
                    <a:pt x="41" y="11"/>
                  </a:lnTo>
                  <a:lnTo>
                    <a:pt x="41" y="0"/>
                  </a:lnTo>
                  <a:lnTo>
                    <a:pt x="41"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71"/>
            <p:cNvSpPr>
              <a:spLocks/>
            </p:cNvSpPr>
            <p:nvPr/>
          </p:nvSpPr>
          <p:spPr bwMode="auto">
            <a:xfrm>
              <a:off x="8081962" y="2290763"/>
              <a:ext cx="23813" cy="11113"/>
            </a:xfrm>
            <a:custGeom>
              <a:avLst/>
              <a:gdLst>
                <a:gd name="T0" fmla="*/ 0 w 28"/>
                <a:gd name="T1" fmla="*/ 0 h 14"/>
                <a:gd name="T2" fmla="*/ 0 w 28"/>
                <a:gd name="T3" fmla="*/ 0 h 14"/>
                <a:gd name="T4" fmla="*/ 9 w 28"/>
                <a:gd name="T5" fmla="*/ 2 h 14"/>
                <a:gd name="T6" fmla="*/ 9 w 28"/>
                <a:gd name="T7" fmla="*/ 2 h 14"/>
                <a:gd name="T8" fmla="*/ 12 w 28"/>
                <a:gd name="T9" fmla="*/ 4 h 14"/>
                <a:gd name="T10" fmla="*/ 16 w 28"/>
                <a:gd name="T11" fmla="*/ 5 h 14"/>
                <a:gd name="T12" fmla="*/ 16 w 28"/>
                <a:gd name="T13" fmla="*/ 5 h 14"/>
                <a:gd name="T14" fmla="*/ 23 w 28"/>
                <a:gd name="T15" fmla="*/ 9 h 14"/>
                <a:gd name="T16" fmla="*/ 23 w 28"/>
                <a:gd name="T17" fmla="*/ 9 h 14"/>
                <a:gd name="T18" fmla="*/ 25 w 28"/>
                <a:gd name="T19" fmla="*/ 13 h 14"/>
                <a:gd name="T20" fmla="*/ 28 w 28"/>
                <a:gd name="T21" fmla="*/ 14 h 14"/>
                <a:gd name="T22" fmla="*/ 28 w 28"/>
                <a:gd name="T23" fmla="*/ 14 h 14"/>
                <a:gd name="T24" fmla="*/ 25 w 28"/>
                <a:gd name="T25" fmla="*/ 13 h 14"/>
                <a:gd name="T26" fmla="*/ 23 w 28"/>
                <a:gd name="T27" fmla="*/ 9 h 14"/>
                <a:gd name="T28" fmla="*/ 23 w 28"/>
                <a:gd name="T29" fmla="*/ 9 h 14"/>
                <a:gd name="T30" fmla="*/ 16 w 28"/>
                <a:gd name="T31" fmla="*/ 5 h 14"/>
                <a:gd name="T32" fmla="*/ 16 w 28"/>
                <a:gd name="T33" fmla="*/ 5 h 14"/>
                <a:gd name="T34" fmla="*/ 12 w 28"/>
                <a:gd name="T35" fmla="*/ 4 h 14"/>
                <a:gd name="T36" fmla="*/ 9 w 28"/>
                <a:gd name="T37" fmla="*/ 2 h 14"/>
                <a:gd name="T38" fmla="*/ 9 w 28"/>
                <a:gd name="T39" fmla="*/ 2 h 14"/>
                <a:gd name="T40" fmla="*/ 0 w 28"/>
                <a:gd name="T41" fmla="*/ 0 h 14"/>
                <a:gd name="T42" fmla="*/ 0 w 28"/>
                <a:gd name="T4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14">
                  <a:moveTo>
                    <a:pt x="0" y="0"/>
                  </a:moveTo>
                  <a:lnTo>
                    <a:pt x="0" y="0"/>
                  </a:lnTo>
                  <a:lnTo>
                    <a:pt x="9" y="2"/>
                  </a:lnTo>
                  <a:lnTo>
                    <a:pt x="9" y="2"/>
                  </a:lnTo>
                  <a:lnTo>
                    <a:pt x="12" y="4"/>
                  </a:lnTo>
                  <a:lnTo>
                    <a:pt x="16" y="5"/>
                  </a:lnTo>
                  <a:lnTo>
                    <a:pt x="16" y="5"/>
                  </a:lnTo>
                  <a:lnTo>
                    <a:pt x="23" y="9"/>
                  </a:lnTo>
                  <a:lnTo>
                    <a:pt x="23" y="9"/>
                  </a:lnTo>
                  <a:lnTo>
                    <a:pt x="25" y="13"/>
                  </a:lnTo>
                  <a:lnTo>
                    <a:pt x="28" y="14"/>
                  </a:lnTo>
                  <a:lnTo>
                    <a:pt x="28" y="14"/>
                  </a:lnTo>
                  <a:lnTo>
                    <a:pt x="25" y="13"/>
                  </a:lnTo>
                  <a:lnTo>
                    <a:pt x="23" y="9"/>
                  </a:lnTo>
                  <a:lnTo>
                    <a:pt x="23" y="9"/>
                  </a:lnTo>
                  <a:lnTo>
                    <a:pt x="16" y="5"/>
                  </a:lnTo>
                  <a:lnTo>
                    <a:pt x="16" y="5"/>
                  </a:lnTo>
                  <a:lnTo>
                    <a:pt x="12" y="4"/>
                  </a:lnTo>
                  <a:lnTo>
                    <a:pt x="9" y="2"/>
                  </a:lnTo>
                  <a:lnTo>
                    <a:pt x="9" y="2"/>
                  </a:lnTo>
                  <a:lnTo>
                    <a:pt x="0" y="0"/>
                  </a:lnTo>
                  <a:lnTo>
                    <a:pt x="0"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72"/>
            <p:cNvSpPr>
              <a:spLocks/>
            </p:cNvSpPr>
            <p:nvPr/>
          </p:nvSpPr>
          <p:spPr bwMode="auto">
            <a:xfrm>
              <a:off x="8067675" y="2290763"/>
              <a:ext cx="38100" cy="41275"/>
            </a:xfrm>
            <a:custGeom>
              <a:avLst/>
              <a:gdLst>
                <a:gd name="T0" fmla="*/ 18 w 46"/>
                <a:gd name="T1" fmla="*/ 0 h 52"/>
                <a:gd name="T2" fmla="*/ 18 w 46"/>
                <a:gd name="T3" fmla="*/ 0 h 52"/>
                <a:gd name="T4" fmla="*/ 27 w 46"/>
                <a:gd name="T5" fmla="*/ 2 h 52"/>
                <a:gd name="T6" fmla="*/ 27 w 46"/>
                <a:gd name="T7" fmla="*/ 2 h 52"/>
                <a:gd name="T8" fmla="*/ 30 w 46"/>
                <a:gd name="T9" fmla="*/ 4 h 52"/>
                <a:gd name="T10" fmla="*/ 34 w 46"/>
                <a:gd name="T11" fmla="*/ 5 h 52"/>
                <a:gd name="T12" fmla="*/ 34 w 46"/>
                <a:gd name="T13" fmla="*/ 5 h 52"/>
                <a:gd name="T14" fmla="*/ 41 w 46"/>
                <a:gd name="T15" fmla="*/ 9 h 52"/>
                <a:gd name="T16" fmla="*/ 41 w 46"/>
                <a:gd name="T17" fmla="*/ 9 h 52"/>
                <a:gd name="T18" fmla="*/ 43 w 46"/>
                <a:gd name="T19" fmla="*/ 13 h 52"/>
                <a:gd name="T20" fmla="*/ 46 w 46"/>
                <a:gd name="T21" fmla="*/ 14 h 52"/>
                <a:gd name="T22" fmla="*/ 46 w 46"/>
                <a:gd name="T23" fmla="*/ 14 h 52"/>
                <a:gd name="T24" fmla="*/ 18 w 46"/>
                <a:gd name="T25" fmla="*/ 52 h 52"/>
                <a:gd name="T26" fmla="*/ 18 w 46"/>
                <a:gd name="T27" fmla="*/ 52 h 52"/>
                <a:gd name="T28" fmla="*/ 0 w 46"/>
                <a:gd name="T29" fmla="*/ 4 h 52"/>
                <a:gd name="T30" fmla="*/ 0 w 46"/>
                <a:gd name="T31" fmla="*/ 4 h 52"/>
                <a:gd name="T32" fmla="*/ 3 w 46"/>
                <a:gd name="T33" fmla="*/ 2 h 52"/>
                <a:gd name="T34" fmla="*/ 3 w 46"/>
                <a:gd name="T35" fmla="*/ 2 h 52"/>
                <a:gd name="T36" fmla="*/ 9 w 46"/>
                <a:gd name="T37" fmla="*/ 2 h 52"/>
                <a:gd name="T38" fmla="*/ 9 w 46"/>
                <a:gd name="T39" fmla="*/ 2 h 52"/>
                <a:gd name="T40" fmla="*/ 11 w 46"/>
                <a:gd name="T41" fmla="*/ 0 h 52"/>
                <a:gd name="T42" fmla="*/ 14 w 46"/>
                <a:gd name="T43" fmla="*/ 0 h 52"/>
                <a:gd name="T44" fmla="*/ 14 w 46"/>
                <a:gd name="T45" fmla="*/ 0 h 52"/>
                <a:gd name="T46" fmla="*/ 18 w 46"/>
                <a:gd name="T47" fmla="*/ 0 h 52"/>
                <a:gd name="T48" fmla="*/ 18 w 46"/>
                <a:gd name="T49"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 h="52">
                  <a:moveTo>
                    <a:pt x="18" y="0"/>
                  </a:moveTo>
                  <a:lnTo>
                    <a:pt x="18" y="0"/>
                  </a:lnTo>
                  <a:lnTo>
                    <a:pt x="27" y="2"/>
                  </a:lnTo>
                  <a:lnTo>
                    <a:pt x="27" y="2"/>
                  </a:lnTo>
                  <a:lnTo>
                    <a:pt x="30" y="4"/>
                  </a:lnTo>
                  <a:lnTo>
                    <a:pt x="34" y="5"/>
                  </a:lnTo>
                  <a:lnTo>
                    <a:pt x="34" y="5"/>
                  </a:lnTo>
                  <a:lnTo>
                    <a:pt x="41" y="9"/>
                  </a:lnTo>
                  <a:lnTo>
                    <a:pt x="41" y="9"/>
                  </a:lnTo>
                  <a:lnTo>
                    <a:pt x="43" y="13"/>
                  </a:lnTo>
                  <a:lnTo>
                    <a:pt x="46" y="14"/>
                  </a:lnTo>
                  <a:lnTo>
                    <a:pt x="46" y="14"/>
                  </a:lnTo>
                  <a:lnTo>
                    <a:pt x="18" y="52"/>
                  </a:lnTo>
                  <a:lnTo>
                    <a:pt x="18" y="52"/>
                  </a:lnTo>
                  <a:lnTo>
                    <a:pt x="0" y="4"/>
                  </a:lnTo>
                  <a:lnTo>
                    <a:pt x="0" y="4"/>
                  </a:lnTo>
                  <a:lnTo>
                    <a:pt x="3" y="2"/>
                  </a:lnTo>
                  <a:lnTo>
                    <a:pt x="3" y="2"/>
                  </a:lnTo>
                  <a:lnTo>
                    <a:pt x="9" y="2"/>
                  </a:lnTo>
                  <a:lnTo>
                    <a:pt x="9" y="2"/>
                  </a:lnTo>
                  <a:lnTo>
                    <a:pt x="11" y="0"/>
                  </a:lnTo>
                  <a:lnTo>
                    <a:pt x="14" y="0"/>
                  </a:lnTo>
                  <a:lnTo>
                    <a:pt x="14" y="0"/>
                  </a:lnTo>
                  <a:lnTo>
                    <a:pt x="18" y="0"/>
                  </a:lnTo>
                  <a:lnTo>
                    <a:pt x="18"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873"/>
            <p:cNvSpPr>
              <a:spLocks/>
            </p:cNvSpPr>
            <p:nvPr/>
          </p:nvSpPr>
          <p:spPr bwMode="auto">
            <a:xfrm>
              <a:off x="8056562" y="2332038"/>
              <a:ext cx="25400" cy="36513"/>
            </a:xfrm>
            <a:custGeom>
              <a:avLst/>
              <a:gdLst>
                <a:gd name="T0" fmla="*/ 33 w 33"/>
                <a:gd name="T1" fmla="*/ 0 h 45"/>
                <a:gd name="T2" fmla="*/ 33 w 33"/>
                <a:gd name="T3" fmla="*/ 0 h 45"/>
                <a:gd name="T4" fmla="*/ 13 w 33"/>
                <a:gd name="T5" fmla="*/ 45 h 45"/>
                <a:gd name="T6" fmla="*/ 13 w 33"/>
                <a:gd name="T7" fmla="*/ 45 h 45"/>
                <a:gd name="T8" fmla="*/ 9 w 33"/>
                <a:gd name="T9" fmla="*/ 45 h 45"/>
                <a:gd name="T10" fmla="*/ 9 w 33"/>
                <a:gd name="T11" fmla="*/ 45 h 45"/>
                <a:gd name="T12" fmla="*/ 8 w 33"/>
                <a:gd name="T13" fmla="*/ 42 h 45"/>
                <a:gd name="T14" fmla="*/ 8 w 33"/>
                <a:gd name="T15" fmla="*/ 42 h 45"/>
                <a:gd name="T16" fmla="*/ 4 w 33"/>
                <a:gd name="T17" fmla="*/ 40 h 45"/>
                <a:gd name="T18" fmla="*/ 4 w 33"/>
                <a:gd name="T19" fmla="*/ 40 h 45"/>
                <a:gd name="T20" fmla="*/ 0 w 33"/>
                <a:gd name="T21" fmla="*/ 36 h 45"/>
                <a:gd name="T22" fmla="*/ 33 w 33"/>
                <a:gd name="T23"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45">
                  <a:moveTo>
                    <a:pt x="33" y="0"/>
                  </a:moveTo>
                  <a:lnTo>
                    <a:pt x="33" y="0"/>
                  </a:lnTo>
                  <a:lnTo>
                    <a:pt x="13" y="45"/>
                  </a:lnTo>
                  <a:lnTo>
                    <a:pt x="13" y="45"/>
                  </a:lnTo>
                  <a:lnTo>
                    <a:pt x="9" y="45"/>
                  </a:lnTo>
                  <a:lnTo>
                    <a:pt x="9" y="45"/>
                  </a:lnTo>
                  <a:lnTo>
                    <a:pt x="8" y="42"/>
                  </a:lnTo>
                  <a:lnTo>
                    <a:pt x="8" y="42"/>
                  </a:lnTo>
                  <a:lnTo>
                    <a:pt x="4" y="40"/>
                  </a:lnTo>
                  <a:lnTo>
                    <a:pt x="4" y="40"/>
                  </a:lnTo>
                  <a:lnTo>
                    <a:pt x="0" y="36"/>
                  </a:lnTo>
                  <a:lnTo>
                    <a:pt x="33" y="0"/>
                  </a:ln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874"/>
            <p:cNvSpPr>
              <a:spLocks/>
            </p:cNvSpPr>
            <p:nvPr/>
          </p:nvSpPr>
          <p:spPr bwMode="auto">
            <a:xfrm>
              <a:off x="8050212" y="2397125"/>
              <a:ext cx="7938" cy="9525"/>
            </a:xfrm>
            <a:custGeom>
              <a:avLst/>
              <a:gdLst>
                <a:gd name="T0" fmla="*/ 11 w 11"/>
                <a:gd name="T1" fmla="*/ 0 h 11"/>
                <a:gd name="T2" fmla="*/ 11 w 11"/>
                <a:gd name="T3" fmla="*/ 9 h 11"/>
                <a:gd name="T4" fmla="*/ 0 w 11"/>
                <a:gd name="T5" fmla="*/ 11 h 11"/>
                <a:gd name="T6" fmla="*/ 0 w 11"/>
                <a:gd name="T7" fmla="*/ 2 h 11"/>
                <a:gd name="T8" fmla="*/ 11 w 11"/>
                <a:gd name="T9" fmla="*/ 0 h 11"/>
              </a:gdLst>
              <a:ahLst/>
              <a:cxnLst>
                <a:cxn ang="0">
                  <a:pos x="T0" y="T1"/>
                </a:cxn>
                <a:cxn ang="0">
                  <a:pos x="T2" y="T3"/>
                </a:cxn>
                <a:cxn ang="0">
                  <a:pos x="T4" y="T5"/>
                </a:cxn>
                <a:cxn ang="0">
                  <a:pos x="T6" y="T7"/>
                </a:cxn>
                <a:cxn ang="0">
                  <a:pos x="T8" y="T9"/>
                </a:cxn>
              </a:cxnLst>
              <a:rect l="0" t="0" r="r" b="b"/>
              <a:pathLst>
                <a:path w="11" h="11">
                  <a:moveTo>
                    <a:pt x="11" y="0"/>
                  </a:moveTo>
                  <a:lnTo>
                    <a:pt x="11" y="9"/>
                  </a:lnTo>
                  <a:lnTo>
                    <a:pt x="0" y="11"/>
                  </a:lnTo>
                  <a:lnTo>
                    <a:pt x="0" y="2"/>
                  </a:lnTo>
                  <a:lnTo>
                    <a:pt x="11" y="0"/>
                  </a:ln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875"/>
            <p:cNvSpPr>
              <a:spLocks/>
            </p:cNvSpPr>
            <p:nvPr/>
          </p:nvSpPr>
          <p:spPr bwMode="auto">
            <a:xfrm>
              <a:off x="8047037" y="2293938"/>
              <a:ext cx="34925" cy="66675"/>
            </a:xfrm>
            <a:custGeom>
              <a:avLst/>
              <a:gdLst>
                <a:gd name="T0" fmla="*/ 27 w 45"/>
                <a:gd name="T1" fmla="*/ 0 h 84"/>
                <a:gd name="T2" fmla="*/ 27 w 45"/>
                <a:gd name="T3" fmla="*/ 0 h 84"/>
                <a:gd name="T4" fmla="*/ 45 w 45"/>
                <a:gd name="T5" fmla="*/ 48 h 84"/>
                <a:gd name="T6" fmla="*/ 45 w 45"/>
                <a:gd name="T7" fmla="*/ 48 h 84"/>
                <a:gd name="T8" fmla="*/ 12 w 45"/>
                <a:gd name="T9" fmla="*/ 84 h 84"/>
                <a:gd name="T10" fmla="*/ 12 w 45"/>
                <a:gd name="T11" fmla="*/ 84 h 84"/>
                <a:gd name="T12" fmla="*/ 7 w 45"/>
                <a:gd name="T13" fmla="*/ 77 h 84"/>
                <a:gd name="T14" fmla="*/ 7 w 45"/>
                <a:gd name="T15" fmla="*/ 77 h 84"/>
                <a:gd name="T16" fmla="*/ 3 w 45"/>
                <a:gd name="T17" fmla="*/ 68 h 84"/>
                <a:gd name="T18" fmla="*/ 3 w 45"/>
                <a:gd name="T19" fmla="*/ 68 h 84"/>
                <a:gd name="T20" fmla="*/ 0 w 45"/>
                <a:gd name="T21" fmla="*/ 57 h 84"/>
                <a:gd name="T22" fmla="*/ 0 w 45"/>
                <a:gd name="T23" fmla="*/ 57 h 84"/>
                <a:gd name="T24" fmla="*/ 0 w 45"/>
                <a:gd name="T25" fmla="*/ 46 h 84"/>
                <a:gd name="T26" fmla="*/ 0 w 45"/>
                <a:gd name="T27" fmla="*/ 46 h 84"/>
                <a:gd name="T28" fmla="*/ 0 w 45"/>
                <a:gd name="T29" fmla="*/ 39 h 84"/>
                <a:gd name="T30" fmla="*/ 2 w 45"/>
                <a:gd name="T31" fmla="*/ 30 h 84"/>
                <a:gd name="T32" fmla="*/ 2 w 45"/>
                <a:gd name="T33" fmla="*/ 30 h 84"/>
                <a:gd name="T34" fmla="*/ 3 w 45"/>
                <a:gd name="T35" fmla="*/ 25 h 84"/>
                <a:gd name="T36" fmla="*/ 7 w 45"/>
                <a:gd name="T37" fmla="*/ 18 h 84"/>
                <a:gd name="T38" fmla="*/ 7 w 45"/>
                <a:gd name="T39" fmla="*/ 18 h 84"/>
                <a:gd name="T40" fmla="*/ 11 w 45"/>
                <a:gd name="T41" fmla="*/ 12 h 84"/>
                <a:gd name="T42" fmla="*/ 16 w 45"/>
                <a:gd name="T43" fmla="*/ 9 h 84"/>
                <a:gd name="T44" fmla="*/ 16 w 45"/>
                <a:gd name="T45" fmla="*/ 9 h 84"/>
                <a:gd name="T46" fmla="*/ 21 w 45"/>
                <a:gd name="T47" fmla="*/ 3 h 84"/>
                <a:gd name="T48" fmla="*/ 27 w 45"/>
                <a:gd name="T49" fmla="*/ 0 h 84"/>
                <a:gd name="T50" fmla="*/ 27 w 45"/>
                <a:gd name="T51"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5" h="84">
                  <a:moveTo>
                    <a:pt x="27" y="0"/>
                  </a:moveTo>
                  <a:lnTo>
                    <a:pt x="27" y="0"/>
                  </a:lnTo>
                  <a:lnTo>
                    <a:pt x="45" y="48"/>
                  </a:lnTo>
                  <a:lnTo>
                    <a:pt x="45" y="48"/>
                  </a:lnTo>
                  <a:lnTo>
                    <a:pt x="12" y="84"/>
                  </a:lnTo>
                  <a:lnTo>
                    <a:pt x="12" y="84"/>
                  </a:lnTo>
                  <a:lnTo>
                    <a:pt x="7" y="77"/>
                  </a:lnTo>
                  <a:lnTo>
                    <a:pt x="7" y="77"/>
                  </a:lnTo>
                  <a:lnTo>
                    <a:pt x="3" y="68"/>
                  </a:lnTo>
                  <a:lnTo>
                    <a:pt x="3" y="68"/>
                  </a:lnTo>
                  <a:lnTo>
                    <a:pt x="0" y="57"/>
                  </a:lnTo>
                  <a:lnTo>
                    <a:pt x="0" y="57"/>
                  </a:lnTo>
                  <a:lnTo>
                    <a:pt x="0" y="46"/>
                  </a:lnTo>
                  <a:lnTo>
                    <a:pt x="0" y="46"/>
                  </a:lnTo>
                  <a:lnTo>
                    <a:pt x="0" y="39"/>
                  </a:lnTo>
                  <a:lnTo>
                    <a:pt x="2" y="30"/>
                  </a:lnTo>
                  <a:lnTo>
                    <a:pt x="2" y="30"/>
                  </a:lnTo>
                  <a:lnTo>
                    <a:pt x="3" y="25"/>
                  </a:lnTo>
                  <a:lnTo>
                    <a:pt x="7" y="18"/>
                  </a:lnTo>
                  <a:lnTo>
                    <a:pt x="7" y="18"/>
                  </a:lnTo>
                  <a:lnTo>
                    <a:pt x="11" y="12"/>
                  </a:lnTo>
                  <a:lnTo>
                    <a:pt x="16" y="9"/>
                  </a:lnTo>
                  <a:lnTo>
                    <a:pt x="16" y="9"/>
                  </a:lnTo>
                  <a:lnTo>
                    <a:pt x="21" y="3"/>
                  </a:lnTo>
                  <a:lnTo>
                    <a:pt x="27" y="0"/>
                  </a:lnTo>
                  <a:lnTo>
                    <a:pt x="27" y="0"/>
                  </a:lnTo>
                  <a:close/>
                </a:path>
              </a:pathLst>
            </a:custGeom>
            <a:solidFill>
              <a:srgbClr val="4423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876"/>
            <p:cNvSpPr>
              <a:spLocks/>
            </p:cNvSpPr>
            <p:nvPr/>
          </p:nvSpPr>
          <p:spPr bwMode="auto">
            <a:xfrm>
              <a:off x="8037512" y="2381250"/>
              <a:ext cx="9525" cy="25400"/>
            </a:xfrm>
            <a:custGeom>
              <a:avLst/>
              <a:gdLst>
                <a:gd name="T0" fmla="*/ 13 w 13"/>
                <a:gd name="T1" fmla="*/ 0 h 33"/>
                <a:gd name="T2" fmla="*/ 13 w 13"/>
                <a:gd name="T3" fmla="*/ 31 h 33"/>
                <a:gd name="T4" fmla="*/ 0 w 13"/>
                <a:gd name="T5" fmla="*/ 33 h 33"/>
                <a:gd name="T6" fmla="*/ 0 w 13"/>
                <a:gd name="T7" fmla="*/ 2 h 33"/>
                <a:gd name="T8" fmla="*/ 13 w 13"/>
                <a:gd name="T9" fmla="*/ 0 h 33"/>
              </a:gdLst>
              <a:ahLst/>
              <a:cxnLst>
                <a:cxn ang="0">
                  <a:pos x="T0" y="T1"/>
                </a:cxn>
                <a:cxn ang="0">
                  <a:pos x="T2" y="T3"/>
                </a:cxn>
                <a:cxn ang="0">
                  <a:pos x="T4" y="T5"/>
                </a:cxn>
                <a:cxn ang="0">
                  <a:pos x="T6" y="T7"/>
                </a:cxn>
                <a:cxn ang="0">
                  <a:pos x="T8" y="T9"/>
                </a:cxn>
              </a:cxnLst>
              <a:rect l="0" t="0" r="r" b="b"/>
              <a:pathLst>
                <a:path w="13" h="33">
                  <a:moveTo>
                    <a:pt x="13" y="0"/>
                  </a:moveTo>
                  <a:lnTo>
                    <a:pt x="13" y="31"/>
                  </a:lnTo>
                  <a:lnTo>
                    <a:pt x="0" y="33"/>
                  </a:lnTo>
                  <a:lnTo>
                    <a:pt x="0" y="2"/>
                  </a:lnTo>
                  <a:lnTo>
                    <a:pt x="13" y="0"/>
                  </a:lnTo>
                  <a:close/>
                </a:path>
              </a:pathLst>
            </a:custGeom>
            <a:solidFill>
              <a:srgbClr val="9B4F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877"/>
            <p:cNvSpPr>
              <a:spLocks/>
            </p:cNvSpPr>
            <p:nvPr/>
          </p:nvSpPr>
          <p:spPr bwMode="auto">
            <a:xfrm>
              <a:off x="8024812" y="2393950"/>
              <a:ext cx="9525" cy="14288"/>
            </a:xfrm>
            <a:custGeom>
              <a:avLst/>
              <a:gdLst>
                <a:gd name="T0" fmla="*/ 13 w 13"/>
                <a:gd name="T1" fmla="*/ 0 h 18"/>
                <a:gd name="T2" fmla="*/ 13 w 13"/>
                <a:gd name="T3" fmla="*/ 17 h 18"/>
                <a:gd name="T4" fmla="*/ 0 w 13"/>
                <a:gd name="T5" fmla="*/ 18 h 18"/>
                <a:gd name="T6" fmla="*/ 0 w 13"/>
                <a:gd name="T7" fmla="*/ 2 h 18"/>
                <a:gd name="T8" fmla="*/ 13 w 13"/>
                <a:gd name="T9" fmla="*/ 0 h 18"/>
              </a:gdLst>
              <a:ahLst/>
              <a:cxnLst>
                <a:cxn ang="0">
                  <a:pos x="T0" y="T1"/>
                </a:cxn>
                <a:cxn ang="0">
                  <a:pos x="T2" y="T3"/>
                </a:cxn>
                <a:cxn ang="0">
                  <a:pos x="T4" y="T5"/>
                </a:cxn>
                <a:cxn ang="0">
                  <a:pos x="T6" y="T7"/>
                </a:cxn>
                <a:cxn ang="0">
                  <a:pos x="T8" y="T9"/>
                </a:cxn>
              </a:cxnLst>
              <a:rect l="0" t="0" r="r" b="b"/>
              <a:pathLst>
                <a:path w="13" h="18">
                  <a:moveTo>
                    <a:pt x="13" y="0"/>
                  </a:moveTo>
                  <a:lnTo>
                    <a:pt x="13" y="17"/>
                  </a:lnTo>
                  <a:lnTo>
                    <a:pt x="0" y="18"/>
                  </a:lnTo>
                  <a:lnTo>
                    <a:pt x="0" y="2"/>
                  </a:lnTo>
                  <a:lnTo>
                    <a:pt x="13" y="0"/>
                  </a:ln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Rectangle 878"/>
            <p:cNvSpPr>
              <a:spLocks noChangeArrowheads="1"/>
            </p:cNvSpPr>
            <p:nvPr/>
          </p:nvSpPr>
          <p:spPr bwMode="auto">
            <a:xfrm>
              <a:off x="8010525" y="2359025"/>
              <a:ext cx="9525" cy="49213"/>
            </a:xfrm>
            <a:prstGeom prst="rect">
              <a:avLst/>
            </a:prstGeom>
            <a:solidFill>
              <a:srgbClr val="6821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879"/>
            <p:cNvSpPr>
              <a:spLocks/>
            </p:cNvSpPr>
            <p:nvPr/>
          </p:nvSpPr>
          <p:spPr bwMode="auto">
            <a:xfrm>
              <a:off x="7996237" y="2387600"/>
              <a:ext cx="9525" cy="23813"/>
            </a:xfrm>
            <a:custGeom>
              <a:avLst/>
              <a:gdLst>
                <a:gd name="T0" fmla="*/ 11 w 11"/>
                <a:gd name="T1" fmla="*/ 0 h 29"/>
                <a:gd name="T2" fmla="*/ 11 w 11"/>
                <a:gd name="T3" fmla="*/ 27 h 29"/>
                <a:gd name="T4" fmla="*/ 0 w 11"/>
                <a:gd name="T5" fmla="*/ 29 h 29"/>
                <a:gd name="T6" fmla="*/ 0 w 11"/>
                <a:gd name="T7" fmla="*/ 2 h 29"/>
                <a:gd name="T8" fmla="*/ 11 w 11"/>
                <a:gd name="T9" fmla="*/ 0 h 29"/>
              </a:gdLst>
              <a:ahLst/>
              <a:cxnLst>
                <a:cxn ang="0">
                  <a:pos x="T0" y="T1"/>
                </a:cxn>
                <a:cxn ang="0">
                  <a:pos x="T2" y="T3"/>
                </a:cxn>
                <a:cxn ang="0">
                  <a:pos x="T4" y="T5"/>
                </a:cxn>
                <a:cxn ang="0">
                  <a:pos x="T6" y="T7"/>
                </a:cxn>
                <a:cxn ang="0">
                  <a:pos x="T8" y="T9"/>
                </a:cxn>
              </a:cxnLst>
              <a:rect l="0" t="0" r="r" b="b"/>
              <a:pathLst>
                <a:path w="11" h="29">
                  <a:moveTo>
                    <a:pt x="11" y="0"/>
                  </a:moveTo>
                  <a:lnTo>
                    <a:pt x="11" y="27"/>
                  </a:lnTo>
                  <a:lnTo>
                    <a:pt x="0" y="29"/>
                  </a:lnTo>
                  <a:lnTo>
                    <a:pt x="0" y="2"/>
                  </a:lnTo>
                  <a:lnTo>
                    <a:pt x="11" y="0"/>
                  </a:ln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Rectangle 880"/>
            <p:cNvSpPr>
              <a:spLocks noChangeArrowheads="1"/>
            </p:cNvSpPr>
            <p:nvPr/>
          </p:nvSpPr>
          <p:spPr bwMode="auto">
            <a:xfrm>
              <a:off x="7981950" y="2397125"/>
              <a:ext cx="11113" cy="14288"/>
            </a:xfrm>
            <a:prstGeom prst="rect">
              <a:avLst/>
            </a:prstGeom>
            <a:solidFill>
              <a:srgbClr val="6821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Rectangle 881"/>
            <p:cNvSpPr>
              <a:spLocks noChangeArrowheads="1"/>
            </p:cNvSpPr>
            <p:nvPr/>
          </p:nvSpPr>
          <p:spPr bwMode="auto">
            <a:xfrm>
              <a:off x="7967662" y="2359025"/>
              <a:ext cx="9525" cy="52388"/>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882"/>
            <p:cNvSpPr>
              <a:spLocks/>
            </p:cNvSpPr>
            <p:nvPr/>
          </p:nvSpPr>
          <p:spPr bwMode="auto">
            <a:xfrm>
              <a:off x="7935912" y="2309813"/>
              <a:ext cx="9525" cy="103188"/>
            </a:xfrm>
            <a:custGeom>
              <a:avLst/>
              <a:gdLst>
                <a:gd name="T0" fmla="*/ 12 w 12"/>
                <a:gd name="T1" fmla="*/ 2 h 132"/>
                <a:gd name="T2" fmla="*/ 12 w 12"/>
                <a:gd name="T3" fmla="*/ 132 h 132"/>
                <a:gd name="T4" fmla="*/ 0 w 12"/>
                <a:gd name="T5" fmla="*/ 132 h 132"/>
                <a:gd name="T6" fmla="*/ 0 w 12"/>
                <a:gd name="T7" fmla="*/ 0 h 132"/>
                <a:gd name="T8" fmla="*/ 12 w 12"/>
                <a:gd name="T9" fmla="*/ 2 h 132"/>
              </a:gdLst>
              <a:ahLst/>
              <a:cxnLst>
                <a:cxn ang="0">
                  <a:pos x="T0" y="T1"/>
                </a:cxn>
                <a:cxn ang="0">
                  <a:pos x="T2" y="T3"/>
                </a:cxn>
                <a:cxn ang="0">
                  <a:pos x="T4" y="T5"/>
                </a:cxn>
                <a:cxn ang="0">
                  <a:pos x="T6" y="T7"/>
                </a:cxn>
                <a:cxn ang="0">
                  <a:pos x="T8" y="T9"/>
                </a:cxn>
              </a:cxnLst>
              <a:rect l="0" t="0" r="r" b="b"/>
              <a:pathLst>
                <a:path w="12" h="132">
                  <a:moveTo>
                    <a:pt x="12" y="2"/>
                  </a:moveTo>
                  <a:lnTo>
                    <a:pt x="12" y="132"/>
                  </a:lnTo>
                  <a:lnTo>
                    <a:pt x="0" y="132"/>
                  </a:lnTo>
                  <a:lnTo>
                    <a:pt x="0" y="0"/>
                  </a:lnTo>
                  <a:lnTo>
                    <a:pt x="12" y="2"/>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883"/>
            <p:cNvSpPr>
              <a:spLocks/>
            </p:cNvSpPr>
            <p:nvPr/>
          </p:nvSpPr>
          <p:spPr bwMode="auto">
            <a:xfrm>
              <a:off x="7951787" y="2384425"/>
              <a:ext cx="11113" cy="28575"/>
            </a:xfrm>
            <a:custGeom>
              <a:avLst/>
              <a:gdLst>
                <a:gd name="T0" fmla="*/ 15 w 15"/>
                <a:gd name="T1" fmla="*/ 0 h 36"/>
                <a:gd name="T2" fmla="*/ 15 w 15"/>
                <a:gd name="T3" fmla="*/ 34 h 36"/>
                <a:gd name="T4" fmla="*/ 0 w 15"/>
                <a:gd name="T5" fmla="*/ 36 h 36"/>
                <a:gd name="T6" fmla="*/ 0 w 15"/>
                <a:gd name="T7" fmla="*/ 0 h 36"/>
                <a:gd name="T8" fmla="*/ 15 w 15"/>
                <a:gd name="T9" fmla="*/ 0 h 36"/>
              </a:gdLst>
              <a:ahLst/>
              <a:cxnLst>
                <a:cxn ang="0">
                  <a:pos x="T0" y="T1"/>
                </a:cxn>
                <a:cxn ang="0">
                  <a:pos x="T2" y="T3"/>
                </a:cxn>
                <a:cxn ang="0">
                  <a:pos x="T4" y="T5"/>
                </a:cxn>
                <a:cxn ang="0">
                  <a:pos x="T6" y="T7"/>
                </a:cxn>
                <a:cxn ang="0">
                  <a:pos x="T8" y="T9"/>
                </a:cxn>
              </a:cxnLst>
              <a:rect l="0" t="0" r="r" b="b"/>
              <a:pathLst>
                <a:path w="15" h="36">
                  <a:moveTo>
                    <a:pt x="15" y="0"/>
                  </a:moveTo>
                  <a:lnTo>
                    <a:pt x="15" y="34"/>
                  </a:lnTo>
                  <a:lnTo>
                    <a:pt x="0" y="36"/>
                  </a:lnTo>
                  <a:lnTo>
                    <a:pt x="0" y="0"/>
                  </a:lnTo>
                  <a:lnTo>
                    <a:pt x="15"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Rectangle 884"/>
            <p:cNvSpPr>
              <a:spLocks noChangeArrowheads="1"/>
            </p:cNvSpPr>
            <p:nvPr/>
          </p:nvSpPr>
          <p:spPr bwMode="auto">
            <a:xfrm>
              <a:off x="8607425" y="2308225"/>
              <a:ext cx="23813" cy="142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885"/>
            <p:cNvSpPr>
              <a:spLocks/>
            </p:cNvSpPr>
            <p:nvPr/>
          </p:nvSpPr>
          <p:spPr bwMode="auto">
            <a:xfrm>
              <a:off x="8432800" y="2368550"/>
              <a:ext cx="20638" cy="14288"/>
            </a:xfrm>
            <a:custGeom>
              <a:avLst/>
              <a:gdLst>
                <a:gd name="T0" fmla="*/ 25 w 25"/>
                <a:gd name="T1" fmla="*/ 2 h 18"/>
                <a:gd name="T2" fmla="*/ 25 w 25"/>
                <a:gd name="T3" fmla="*/ 18 h 18"/>
                <a:gd name="T4" fmla="*/ 0 w 25"/>
                <a:gd name="T5" fmla="*/ 16 h 18"/>
                <a:gd name="T6" fmla="*/ 0 w 25"/>
                <a:gd name="T7" fmla="*/ 0 h 18"/>
                <a:gd name="T8" fmla="*/ 25 w 25"/>
                <a:gd name="T9" fmla="*/ 2 h 18"/>
              </a:gdLst>
              <a:ahLst/>
              <a:cxnLst>
                <a:cxn ang="0">
                  <a:pos x="T0" y="T1"/>
                </a:cxn>
                <a:cxn ang="0">
                  <a:pos x="T2" y="T3"/>
                </a:cxn>
                <a:cxn ang="0">
                  <a:pos x="T4" y="T5"/>
                </a:cxn>
                <a:cxn ang="0">
                  <a:pos x="T6" y="T7"/>
                </a:cxn>
                <a:cxn ang="0">
                  <a:pos x="T8" y="T9"/>
                </a:cxn>
              </a:cxnLst>
              <a:rect l="0" t="0" r="r" b="b"/>
              <a:pathLst>
                <a:path w="25" h="18">
                  <a:moveTo>
                    <a:pt x="25" y="2"/>
                  </a:moveTo>
                  <a:lnTo>
                    <a:pt x="25" y="18"/>
                  </a:lnTo>
                  <a:lnTo>
                    <a:pt x="0" y="16"/>
                  </a:lnTo>
                  <a:lnTo>
                    <a:pt x="0" y="0"/>
                  </a:lnTo>
                  <a:lnTo>
                    <a:pt x="25" y="2"/>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886"/>
            <p:cNvSpPr>
              <a:spLocks/>
            </p:cNvSpPr>
            <p:nvPr/>
          </p:nvSpPr>
          <p:spPr bwMode="auto">
            <a:xfrm>
              <a:off x="8432800" y="2386013"/>
              <a:ext cx="33338" cy="14288"/>
            </a:xfrm>
            <a:custGeom>
              <a:avLst/>
              <a:gdLst>
                <a:gd name="T0" fmla="*/ 41 w 41"/>
                <a:gd name="T1" fmla="*/ 2 h 18"/>
                <a:gd name="T2" fmla="*/ 41 w 41"/>
                <a:gd name="T3" fmla="*/ 18 h 18"/>
                <a:gd name="T4" fmla="*/ 0 w 41"/>
                <a:gd name="T5" fmla="*/ 17 h 18"/>
                <a:gd name="T6" fmla="*/ 0 w 41"/>
                <a:gd name="T7" fmla="*/ 0 h 18"/>
                <a:gd name="T8" fmla="*/ 41 w 41"/>
                <a:gd name="T9" fmla="*/ 2 h 18"/>
              </a:gdLst>
              <a:ahLst/>
              <a:cxnLst>
                <a:cxn ang="0">
                  <a:pos x="T0" y="T1"/>
                </a:cxn>
                <a:cxn ang="0">
                  <a:pos x="T2" y="T3"/>
                </a:cxn>
                <a:cxn ang="0">
                  <a:pos x="T4" y="T5"/>
                </a:cxn>
                <a:cxn ang="0">
                  <a:pos x="T6" y="T7"/>
                </a:cxn>
                <a:cxn ang="0">
                  <a:pos x="T8" y="T9"/>
                </a:cxn>
              </a:cxnLst>
              <a:rect l="0" t="0" r="r" b="b"/>
              <a:pathLst>
                <a:path w="41" h="18">
                  <a:moveTo>
                    <a:pt x="41" y="2"/>
                  </a:moveTo>
                  <a:lnTo>
                    <a:pt x="41" y="18"/>
                  </a:lnTo>
                  <a:lnTo>
                    <a:pt x="0" y="17"/>
                  </a:lnTo>
                  <a:lnTo>
                    <a:pt x="0" y="0"/>
                  </a:lnTo>
                  <a:lnTo>
                    <a:pt x="41" y="2"/>
                  </a:ln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887"/>
            <p:cNvSpPr>
              <a:spLocks/>
            </p:cNvSpPr>
            <p:nvPr/>
          </p:nvSpPr>
          <p:spPr bwMode="auto">
            <a:xfrm>
              <a:off x="8432800" y="2330450"/>
              <a:ext cx="42863" cy="12700"/>
            </a:xfrm>
            <a:custGeom>
              <a:avLst/>
              <a:gdLst>
                <a:gd name="T0" fmla="*/ 52 w 52"/>
                <a:gd name="T1" fmla="*/ 0 h 17"/>
                <a:gd name="T2" fmla="*/ 52 w 52"/>
                <a:gd name="T3" fmla="*/ 17 h 17"/>
                <a:gd name="T4" fmla="*/ 0 w 52"/>
                <a:gd name="T5" fmla="*/ 17 h 17"/>
                <a:gd name="T6" fmla="*/ 0 w 52"/>
                <a:gd name="T7" fmla="*/ 2 h 17"/>
                <a:gd name="T8" fmla="*/ 52 w 52"/>
                <a:gd name="T9" fmla="*/ 0 h 17"/>
              </a:gdLst>
              <a:ahLst/>
              <a:cxnLst>
                <a:cxn ang="0">
                  <a:pos x="T0" y="T1"/>
                </a:cxn>
                <a:cxn ang="0">
                  <a:pos x="T2" y="T3"/>
                </a:cxn>
                <a:cxn ang="0">
                  <a:pos x="T4" y="T5"/>
                </a:cxn>
                <a:cxn ang="0">
                  <a:pos x="T6" y="T7"/>
                </a:cxn>
                <a:cxn ang="0">
                  <a:pos x="T8" y="T9"/>
                </a:cxn>
              </a:cxnLst>
              <a:rect l="0" t="0" r="r" b="b"/>
              <a:pathLst>
                <a:path w="52" h="17">
                  <a:moveTo>
                    <a:pt x="52" y="0"/>
                  </a:moveTo>
                  <a:lnTo>
                    <a:pt x="52" y="17"/>
                  </a:lnTo>
                  <a:lnTo>
                    <a:pt x="0" y="17"/>
                  </a:lnTo>
                  <a:lnTo>
                    <a:pt x="0" y="2"/>
                  </a:lnTo>
                  <a:lnTo>
                    <a:pt x="52"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Rectangle 888"/>
            <p:cNvSpPr>
              <a:spLocks noChangeArrowheads="1"/>
            </p:cNvSpPr>
            <p:nvPr/>
          </p:nvSpPr>
          <p:spPr bwMode="auto">
            <a:xfrm>
              <a:off x="8475662" y="2330450"/>
              <a:ext cx="15875" cy="1270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889"/>
            <p:cNvSpPr>
              <a:spLocks/>
            </p:cNvSpPr>
            <p:nvPr/>
          </p:nvSpPr>
          <p:spPr bwMode="auto">
            <a:xfrm>
              <a:off x="8432800" y="2292350"/>
              <a:ext cx="66675" cy="17463"/>
            </a:xfrm>
            <a:custGeom>
              <a:avLst/>
              <a:gdLst>
                <a:gd name="T0" fmla="*/ 83 w 83"/>
                <a:gd name="T1" fmla="*/ 0 h 21"/>
                <a:gd name="T2" fmla="*/ 83 w 83"/>
                <a:gd name="T3" fmla="*/ 18 h 21"/>
                <a:gd name="T4" fmla="*/ 83 w 83"/>
                <a:gd name="T5" fmla="*/ 18 h 21"/>
                <a:gd name="T6" fmla="*/ 0 w 83"/>
                <a:gd name="T7" fmla="*/ 21 h 21"/>
                <a:gd name="T8" fmla="*/ 0 w 83"/>
                <a:gd name="T9" fmla="*/ 5 h 21"/>
                <a:gd name="T10" fmla="*/ 83 w 83"/>
                <a:gd name="T11" fmla="*/ 0 h 21"/>
              </a:gdLst>
              <a:ahLst/>
              <a:cxnLst>
                <a:cxn ang="0">
                  <a:pos x="T0" y="T1"/>
                </a:cxn>
                <a:cxn ang="0">
                  <a:pos x="T2" y="T3"/>
                </a:cxn>
                <a:cxn ang="0">
                  <a:pos x="T4" y="T5"/>
                </a:cxn>
                <a:cxn ang="0">
                  <a:pos x="T6" y="T7"/>
                </a:cxn>
                <a:cxn ang="0">
                  <a:pos x="T8" y="T9"/>
                </a:cxn>
                <a:cxn ang="0">
                  <a:pos x="T10" y="T11"/>
                </a:cxn>
              </a:cxnLst>
              <a:rect l="0" t="0" r="r" b="b"/>
              <a:pathLst>
                <a:path w="83" h="21">
                  <a:moveTo>
                    <a:pt x="83" y="0"/>
                  </a:moveTo>
                  <a:lnTo>
                    <a:pt x="83" y="18"/>
                  </a:lnTo>
                  <a:lnTo>
                    <a:pt x="83" y="18"/>
                  </a:lnTo>
                  <a:lnTo>
                    <a:pt x="0" y="21"/>
                  </a:lnTo>
                  <a:lnTo>
                    <a:pt x="0" y="5"/>
                  </a:lnTo>
                  <a:lnTo>
                    <a:pt x="83" y="0"/>
                  </a:ln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890"/>
            <p:cNvSpPr>
              <a:spLocks/>
            </p:cNvSpPr>
            <p:nvPr/>
          </p:nvSpPr>
          <p:spPr bwMode="auto">
            <a:xfrm>
              <a:off x="8466137" y="2387600"/>
              <a:ext cx="49213" cy="15875"/>
            </a:xfrm>
            <a:custGeom>
              <a:avLst/>
              <a:gdLst>
                <a:gd name="T0" fmla="*/ 61 w 61"/>
                <a:gd name="T1" fmla="*/ 2 h 20"/>
                <a:gd name="T2" fmla="*/ 61 w 61"/>
                <a:gd name="T3" fmla="*/ 20 h 20"/>
                <a:gd name="T4" fmla="*/ 0 w 61"/>
                <a:gd name="T5" fmla="*/ 16 h 20"/>
                <a:gd name="T6" fmla="*/ 0 w 61"/>
                <a:gd name="T7" fmla="*/ 0 h 20"/>
                <a:gd name="T8" fmla="*/ 61 w 61"/>
                <a:gd name="T9" fmla="*/ 2 h 20"/>
              </a:gdLst>
              <a:ahLst/>
              <a:cxnLst>
                <a:cxn ang="0">
                  <a:pos x="T0" y="T1"/>
                </a:cxn>
                <a:cxn ang="0">
                  <a:pos x="T2" y="T3"/>
                </a:cxn>
                <a:cxn ang="0">
                  <a:pos x="T4" y="T5"/>
                </a:cxn>
                <a:cxn ang="0">
                  <a:pos x="T6" y="T7"/>
                </a:cxn>
                <a:cxn ang="0">
                  <a:pos x="T8" y="T9"/>
                </a:cxn>
              </a:cxnLst>
              <a:rect l="0" t="0" r="r" b="b"/>
              <a:pathLst>
                <a:path w="61" h="20">
                  <a:moveTo>
                    <a:pt x="61" y="2"/>
                  </a:moveTo>
                  <a:lnTo>
                    <a:pt x="61" y="20"/>
                  </a:lnTo>
                  <a:lnTo>
                    <a:pt x="0" y="16"/>
                  </a:lnTo>
                  <a:lnTo>
                    <a:pt x="0" y="0"/>
                  </a:lnTo>
                  <a:lnTo>
                    <a:pt x="61" y="2"/>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891"/>
            <p:cNvSpPr>
              <a:spLocks/>
            </p:cNvSpPr>
            <p:nvPr/>
          </p:nvSpPr>
          <p:spPr bwMode="auto">
            <a:xfrm>
              <a:off x="8432800" y="2349500"/>
              <a:ext cx="85725" cy="14288"/>
            </a:xfrm>
            <a:custGeom>
              <a:avLst/>
              <a:gdLst>
                <a:gd name="T0" fmla="*/ 106 w 106"/>
                <a:gd name="T1" fmla="*/ 2 h 18"/>
                <a:gd name="T2" fmla="*/ 106 w 106"/>
                <a:gd name="T3" fmla="*/ 18 h 18"/>
                <a:gd name="T4" fmla="*/ 0 w 106"/>
                <a:gd name="T5" fmla="*/ 16 h 18"/>
                <a:gd name="T6" fmla="*/ 0 w 106"/>
                <a:gd name="T7" fmla="*/ 0 h 18"/>
                <a:gd name="T8" fmla="*/ 106 w 106"/>
                <a:gd name="T9" fmla="*/ 2 h 18"/>
              </a:gdLst>
              <a:ahLst/>
              <a:cxnLst>
                <a:cxn ang="0">
                  <a:pos x="T0" y="T1"/>
                </a:cxn>
                <a:cxn ang="0">
                  <a:pos x="T2" y="T3"/>
                </a:cxn>
                <a:cxn ang="0">
                  <a:pos x="T4" y="T5"/>
                </a:cxn>
                <a:cxn ang="0">
                  <a:pos x="T6" y="T7"/>
                </a:cxn>
                <a:cxn ang="0">
                  <a:pos x="T8" y="T9"/>
                </a:cxn>
              </a:cxnLst>
              <a:rect l="0" t="0" r="r" b="b"/>
              <a:pathLst>
                <a:path w="106" h="18">
                  <a:moveTo>
                    <a:pt x="106" y="2"/>
                  </a:moveTo>
                  <a:lnTo>
                    <a:pt x="106" y="18"/>
                  </a:lnTo>
                  <a:lnTo>
                    <a:pt x="0" y="16"/>
                  </a:lnTo>
                  <a:lnTo>
                    <a:pt x="0" y="0"/>
                  </a:lnTo>
                  <a:lnTo>
                    <a:pt x="106" y="2"/>
                  </a:ln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892"/>
            <p:cNvSpPr>
              <a:spLocks/>
            </p:cNvSpPr>
            <p:nvPr/>
          </p:nvSpPr>
          <p:spPr bwMode="auto">
            <a:xfrm>
              <a:off x="8518525" y="2351088"/>
              <a:ext cx="55563" cy="14288"/>
            </a:xfrm>
            <a:custGeom>
              <a:avLst/>
              <a:gdLst>
                <a:gd name="T0" fmla="*/ 70 w 70"/>
                <a:gd name="T1" fmla="*/ 0 h 18"/>
                <a:gd name="T2" fmla="*/ 70 w 70"/>
                <a:gd name="T3" fmla="*/ 18 h 18"/>
                <a:gd name="T4" fmla="*/ 0 w 70"/>
                <a:gd name="T5" fmla="*/ 16 h 18"/>
                <a:gd name="T6" fmla="*/ 0 w 70"/>
                <a:gd name="T7" fmla="*/ 0 h 18"/>
                <a:gd name="T8" fmla="*/ 70 w 70"/>
                <a:gd name="T9" fmla="*/ 0 h 18"/>
              </a:gdLst>
              <a:ahLst/>
              <a:cxnLst>
                <a:cxn ang="0">
                  <a:pos x="T0" y="T1"/>
                </a:cxn>
                <a:cxn ang="0">
                  <a:pos x="T2" y="T3"/>
                </a:cxn>
                <a:cxn ang="0">
                  <a:pos x="T4" y="T5"/>
                </a:cxn>
                <a:cxn ang="0">
                  <a:pos x="T6" y="T7"/>
                </a:cxn>
                <a:cxn ang="0">
                  <a:pos x="T8" y="T9"/>
                </a:cxn>
              </a:cxnLst>
              <a:rect l="0" t="0" r="r" b="b"/>
              <a:pathLst>
                <a:path w="70" h="18">
                  <a:moveTo>
                    <a:pt x="70" y="0"/>
                  </a:moveTo>
                  <a:lnTo>
                    <a:pt x="70" y="18"/>
                  </a:lnTo>
                  <a:lnTo>
                    <a:pt x="0" y="16"/>
                  </a:lnTo>
                  <a:lnTo>
                    <a:pt x="0" y="0"/>
                  </a:lnTo>
                  <a:lnTo>
                    <a:pt x="70"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893"/>
            <p:cNvSpPr>
              <a:spLocks/>
            </p:cNvSpPr>
            <p:nvPr/>
          </p:nvSpPr>
          <p:spPr bwMode="auto">
            <a:xfrm>
              <a:off x="8432800" y="2308225"/>
              <a:ext cx="174625" cy="17463"/>
            </a:xfrm>
            <a:custGeom>
              <a:avLst/>
              <a:gdLst>
                <a:gd name="T0" fmla="*/ 219 w 219"/>
                <a:gd name="T1" fmla="*/ 0 h 23"/>
                <a:gd name="T2" fmla="*/ 219 w 219"/>
                <a:gd name="T3" fmla="*/ 18 h 23"/>
                <a:gd name="T4" fmla="*/ 0 w 219"/>
                <a:gd name="T5" fmla="*/ 23 h 23"/>
                <a:gd name="T6" fmla="*/ 0 w 219"/>
                <a:gd name="T7" fmla="*/ 7 h 23"/>
                <a:gd name="T8" fmla="*/ 219 w 219"/>
                <a:gd name="T9" fmla="*/ 0 h 23"/>
              </a:gdLst>
              <a:ahLst/>
              <a:cxnLst>
                <a:cxn ang="0">
                  <a:pos x="T0" y="T1"/>
                </a:cxn>
                <a:cxn ang="0">
                  <a:pos x="T2" y="T3"/>
                </a:cxn>
                <a:cxn ang="0">
                  <a:pos x="T4" y="T5"/>
                </a:cxn>
                <a:cxn ang="0">
                  <a:pos x="T6" y="T7"/>
                </a:cxn>
                <a:cxn ang="0">
                  <a:pos x="T8" y="T9"/>
                </a:cxn>
              </a:cxnLst>
              <a:rect l="0" t="0" r="r" b="b"/>
              <a:pathLst>
                <a:path w="219" h="23">
                  <a:moveTo>
                    <a:pt x="219" y="0"/>
                  </a:moveTo>
                  <a:lnTo>
                    <a:pt x="219" y="18"/>
                  </a:lnTo>
                  <a:lnTo>
                    <a:pt x="0" y="23"/>
                  </a:lnTo>
                  <a:lnTo>
                    <a:pt x="0" y="7"/>
                  </a:lnTo>
                  <a:lnTo>
                    <a:pt x="219"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894"/>
            <p:cNvSpPr>
              <a:spLocks/>
            </p:cNvSpPr>
            <p:nvPr/>
          </p:nvSpPr>
          <p:spPr bwMode="auto">
            <a:xfrm>
              <a:off x="8453437" y="2368550"/>
              <a:ext cx="49213" cy="14288"/>
            </a:xfrm>
            <a:custGeom>
              <a:avLst/>
              <a:gdLst>
                <a:gd name="T0" fmla="*/ 61 w 61"/>
                <a:gd name="T1" fmla="*/ 2 h 16"/>
                <a:gd name="T2" fmla="*/ 61 w 61"/>
                <a:gd name="T3" fmla="*/ 16 h 16"/>
                <a:gd name="T4" fmla="*/ 0 w 61"/>
                <a:gd name="T5" fmla="*/ 16 h 16"/>
                <a:gd name="T6" fmla="*/ 0 w 61"/>
                <a:gd name="T7" fmla="*/ 0 h 16"/>
                <a:gd name="T8" fmla="*/ 61 w 61"/>
                <a:gd name="T9" fmla="*/ 2 h 16"/>
              </a:gdLst>
              <a:ahLst/>
              <a:cxnLst>
                <a:cxn ang="0">
                  <a:pos x="T0" y="T1"/>
                </a:cxn>
                <a:cxn ang="0">
                  <a:pos x="T2" y="T3"/>
                </a:cxn>
                <a:cxn ang="0">
                  <a:pos x="T4" y="T5"/>
                </a:cxn>
                <a:cxn ang="0">
                  <a:pos x="T6" y="T7"/>
                </a:cxn>
                <a:cxn ang="0">
                  <a:pos x="T8" y="T9"/>
                </a:cxn>
              </a:cxnLst>
              <a:rect l="0" t="0" r="r" b="b"/>
              <a:pathLst>
                <a:path w="61" h="16">
                  <a:moveTo>
                    <a:pt x="61" y="2"/>
                  </a:moveTo>
                  <a:lnTo>
                    <a:pt x="61" y="16"/>
                  </a:lnTo>
                  <a:lnTo>
                    <a:pt x="0" y="16"/>
                  </a:lnTo>
                  <a:lnTo>
                    <a:pt x="0" y="0"/>
                  </a:lnTo>
                  <a:lnTo>
                    <a:pt x="61" y="2"/>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895"/>
            <p:cNvSpPr>
              <a:spLocks/>
            </p:cNvSpPr>
            <p:nvPr/>
          </p:nvSpPr>
          <p:spPr bwMode="auto">
            <a:xfrm>
              <a:off x="8497887" y="2290763"/>
              <a:ext cx="36513" cy="15875"/>
            </a:xfrm>
            <a:custGeom>
              <a:avLst/>
              <a:gdLst>
                <a:gd name="T0" fmla="*/ 47 w 47"/>
                <a:gd name="T1" fmla="*/ 0 h 20"/>
                <a:gd name="T2" fmla="*/ 47 w 47"/>
                <a:gd name="T3" fmla="*/ 18 h 20"/>
                <a:gd name="T4" fmla="*/ 0 w 47"/>
                <a:gd name="T5" fmla="*/ 20 h 20"/>
                <a:gd name="T6" fmla="*/ 2 w 47"/>
                <a:gd name="T7" fmla="*/ 20 h 20"/>
                <a:gd name="T8" fmla="*/ 2 w 47"/>
                <a:gd name="T9" fmla="*/ 2 h 20"/>
                <a:gd name="T10" fmla="*/ 47 w 47"/>
                <a:gd name="T11" fmla="*/ 0 h 20"/>
              </a:gdLst>
              <a:ahLst/>
              <a:cxnLst>
                <a:cxn ang="0">
                  <a:pos x="T0" y="T1"/>
                </a:cxn>
                <a:cxn ang="0">
                  <a:pos x="T2" y="T3"/>
                </a:cxn>
                <a:cxn ang="0">
                  <a:pos x="T4" y="T5"/>
                </a:cxn>
                <a:cxn ang="0">
                  <a:pos x="T6" y="T7"/>
                </a:cxn>
                <a:cxn ang="0">
                  <a:pos x="T8" y="T9"/>
                </a:cxn>
                <a:cxn ang="0">
                  <a:pos x="T10" y="T11"/>
                </a:cxn>
              </a:cxnLst>
              <a:rect l="0" t="0" r="r" b="b"/>
              <a:pathLst>
                <a:path w="47" h="20">
                  <a:moveTo>
                    <a:pt x="47" y="0"/>
                  </a:moveTo>
                  <a:lnTo>
                    <a:pt x="47" y="18"/>
                  </a:lnTo>
                  <a:lnTo>
                    <a:pt x="0" y="20"/>
                  </a:lnTo>
                  <a:lnTo>
                    <a:pt x="2" y="20"/>
                  </a:lnTo>
                  <a:lnTo>
                    <a:pt x="2" y="2"/>
                  </a:lnTo>
                  <a:lnTo>
                    <a:pt x="47"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896"/>
            <p:cNvSpPr>
              <a:spLocks/>
            </p:cNvSpPr>
            <p:nvPr/>
          </p:nvSpPr>
          <p:spPr bwMode="auto">
            <a:xfrm>
              <a:off x="8174037" y="2327275"/>
              <a:ext cx="203200" cy="63500"/>
            </a:xfrm>
            <a:custGeom>
              <a:avLst/>
              <a:gdLst>
                <a:gd name="T0" fmla="*/ 2 w 257"/>
                <a:gd name="T1" fmla="*/ 79 h 79"/>
                <a:gd name="T2" fmla="*/ 0 w 257"/>
                <a:gd name="T3" fmla="*/ 73 h 79"/>
                <a:gd name="T4" fmla="*/ 56 w 257"/>
                <a:gd name="T5" fmla="*/ 59 h 79"/>
                <a:gd name="T6" fmla="*/ 100 w 257"/>
                <a:gd name="T7" fmla="*/ 32 h 79"/>
                <a:gd name="T8" fmla="*/ 156 w 257"/>
                <a:gd name="T9" fmla="*/ 30 h 79"/>
                <a:gd name="T10" fmla="*/ 201 w 257"/>
                <a:gd name="T11" fmla="*/ 2 h 79"/>
                <a:gd name="T12" fmla="*/ 257 w 257"/>
                <a:gd name="T13" fmla="*/ 0 h 79"/>
                <a:gd name="T14" fmla="*/ 257 w 257"/>
                <a:gd name="T15" fmla="*/ 5 h 79"/>
                <a:gd name="T16" fmla="*/ 201 w 257"/>
                <a:gd name="T17" fmla="*/ 7 h 79"/>
                <a:gd name="T18" fmla="*/ 156 w 257"/>
                <a:gd name="T19" fmla="*/ 34 h 79"/>
                <a:gd name="T20" fmla="*/ 102 w 257"/>
                <a:gd name="T21" fmla="*/ 38 h 79"/>
                <a:gd name="T22" fmla="*/ 57 w 257"/>
                <a:gd name="T23" fmla="*/ 64 h 79"/>
                <a:gd name="T24" fmla="*/ 2 w 257"/>
                <a:gd name="T25"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7" h="79">
                  <a:moveTo>
                    <a:pt x="2" y="79"/>
                  </a:moveTo>
                  <a:lnTo>
                    <a:pt x="0" y="73"/>
                  </a:lnTo>
                  <a:lnTo>
                    <a:pt x="56" y="59"/>
                  </a:lnTo>
                  <a:lnTo>
                    <a:pt x="100" y="32"/>
                  </a:lnTo>
                  <a:lnTo>
                    <a:pt x="156" y="30"/>
                  </a:lnTo>
                  <a:lnTo>
                    <a:pt x="201" y="2"/>
                  </a:lnTo>
                  <a:lnTo>
                    <a:pt x="257" y="0"/>
                  </a:lnTo>
                  <a:lnTo>
                    <a:pt x="257" y="5"/>
                  </a:lnTo>
                  <a:lnTo>
                    <a:pt x="201" y="7"/>
                  </a:lnTo>
                  <a:lnTo>
                    <a:pt x="156" y="34"/>
                  </a:lnTo>
                  <a:lnTo>
                    <a:pt x="102" y="38"/>
                  </a:lnTo>
                  <a:lnTo>
                    <a:pt x="57" y="64"/>
                  </a:lnTo>
                  <a:lnTo>
                    <a:pt x="2" y="79"/>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897"/>
            <p:cNvSpPr>
              <a:spLocks/>
            </p:cNvSpPr>
            <p:nvPr/>
          </p:nvSpPr>
          <p:spPr bwMode="auto">
            <a:xfrm>
              <a:off x="8170862" y="2305050"/>
              <a:ext cx="153988" cy="85725"/>
            </a:xfrm>
            <a:custGeom>
              <a:avLst/>
              <a:gdLst>
                <a:gd name="T0" fmla="*/ 4 w 194"/>
                <a:gd name="T1" fmla="*/ 108 h 108"/>
                <a:gd name="T2" fmla="*/ 0 w 194"/>
                <a:gd name="T3" fmla="*/ 104 h 108"/>
                <a:gd name="T4" fmla="*/ 45 w 194"/>
                <a:gd name="T5" fmla="*/ 83 h 108"/>
                <a:gd name="T6" fmla="*/ 74 w 194"/>
                <a:gd name="T7" fmla="*/ 50 h 108"/>
                <a:gd name="T8" fmla="*/ 119 w 194"/>
                <a:gd name="T9" fmla="*/ 41 h 108"/>
                <a:gd name="T10" fmla="*/ 148 w 194"/>
                <a:gd name="T11" fmla="*/ 9 h 108"/>
                <a:gd name="T12" fmla="*/ 194 w 194"/>
                <a:gd name="T13" fmla="*/ 0 h 108"/>
                <a:gd name="T14" fmla="*/ 194 w 194"/>
                <a:gd name="T15" fmla="*/ 4 h 108"/>
                <a:gd name="T16" fmla="*/ 149 w 194"/>
                <a:gd name="T17" fmla="*/ 13 h 108"/>
                <a:gd name="T18" fmla="*/ 122 w 194"/>
                <a:gd name="T19" fmla="*/ 45 h 108"/>
                <a:gd name="T20" fmla="*/ 76 w 194"/>
                <a:gd name="T21" fmla="*/ 54 h 108"/>
                <a:gd name="T22" fmla="*/ 49 w 194"/>
                <a:gd name="T23" fmla="*/ 86 h 108"/>
                <a:gd name="T24" fmla="*/ 4 w 194"/>
                <a:gd name="T25"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4" h="108">
                  <a:moveTo>
                    <a:pt x="4" y="108"/>
                  </a:moveTo>
                  <a:lnTo>
                    <a:pt x="0" y="104"/>
                  </a:lnTo>
                  <a:lnTo>
                    <a:pt x="45" y="83"/>
                  </a:lnTo>
                  <a:lnTo>
                    <a:pt x="74" y="50"/>
                  </a:lnTo>
                  <a:lnTo>
                    <a:pt x="119" y="41"/>
                  </a:lnTo>
                  <a:lnTo>
                    <a:pt x="148" y="9"/>
                  </a:lnTo>
                  <a:lnTo>
                    <a:pt x="194" y="0"/>
                  </a:lnTo>
                  <a:lnTo>
                    <a:pt x="194" y="4"/>
                  </a:lnTo>
                  <a:lnTo>
                    <a:pt x="149" y="13"/>
                  </a:lnTo>
                  <a:lnTo>
                    <a:pt x="122" y="45"/>
                  </a:lnTo>
                  <a:lnTo>
                    <a:pt x="76" y="54"/>
                  </a:lnTo>
                  <a:lnTo>
                    <a:pt x="49" y="86"/>
                  </a:lnTo>
                  <a:lnTo>
                    <a:pt x="4" y="108"/>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898"/>
            <p:cNvSpPr>
              <a:spLocks/>
            </p:cNvSpPr>
            <p:nvPr/>
          </p:nvSpPr>
          <p:spPr bwMode="auto">
            <a:xfrm>
              <a:off x="8174037" y="2349500"/>
              <a:ext cx="163513" cy="41275"/>
            </a:xfrm>
            <a:custGeom>
              <a:avLst/>
              <a:gdLst>
                <a:gd name="T0" fmla="*/ 2 w 207"/>
                <a:gd name="T1" fmla="*/ 52 h 52"/>
                <a:gd name="T2" fmla="*/ 0 w 207"/>
                <a:gd name="T3" fmla="*/ 46 h 52"/>
                <a:gd name="T4" fmla="*/ 43 w 207"/>
                <a:gd name="T5" fmla="*/ 39 h 52"/>
                <a:gd name="T6" fmla="*/ 81 w 207"/>
                <a:gd name="T7" fmla="*/ 18 h 52"/>
                <a:gd name="T8" fmla="*/ 124 w 207"/>
                <a:gd name="T9" fmla="*/ 23 h 52"/>
                <a:gd name="T10" fmla="*/ 162 w 207"/>
                <a:gd name="T11" fmla="*/ 0 h 52"/>
                <a:gd name="T12" fmla="*/ 207 w 207"/>
                <a:gd name="T13" fmla="*/ 3 h 52"/>
                <a:gd name="T14" fmla="*/ 205 w 207"/>
                <a:gd name="T15" fmla="*/ 9 h 52"/>
                <a:gd name="T16" fmla="*/ 162 w 207"/>
                <a:gd name="T17" fmla="*/ 3 h 52"/>
                <a:gd name="T18" fmla="*/ 126 w 207"/>
                <a:gd name="T19" fmla="*/ 27 h 52"/>
                <a:gd name="T20" fmla="*/ 81 w 207"/>
                <a:gd name="T21" fmla="*/ 23 h 52"/>
                <a:gd name="T22" fmla="*/ 45 w 207"/>
                <a:gd name="T23" fmla="*/ 45 h 52"/>
                <a:gd name="T24" fmla="*/ 2 w 207"/>
                <a:gd name="T2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52">
                  <a:moveTo>
                    <a:pt x="2" y="52"/>
                  </a:moveTo>
                  <a:lnTo>
                    <a:pt x="0" y="46"/>
                  </a:lnTo>
                  <a:lnTo>
                    <a:pt x="43" y="39"/>
                  </a:lnTo>
                  <a:lnTo>
                    <a:pt x="81" y="18"/>
                  </a:lnTo>
                  <a:lnTo>
                    <a:pt x="124" y="23"/>
                  </a:lnTo>
                  <a:lnTo>
                    <a:pt x="162" y="0"/>
                  </a:lnTo>
                  <a:lnTo>
                    <a:pt x="207" y="3"/>
                  </a:lnTo>
                  <a:lnTo>
                    <a:pt x="205" y="9"/>
                  </a:lnTo>
                  <a:lnTo>
                    <a:pt x="162" y="3"/>
                  </a:lnTo>
                  <a:lnTo>
                    <a:pt x="126" y="27"/>
                  </a:lnTo>
                  <a:lnTo>
                    <a:pt x="81" y="23"/>
                  </a:lnTo>
                  <a:lnTo>
                    <a:pt x="45" y="45"/>
                  </a:lnTo>
                  <a:lnTo>
                    <a:pt x="2" y="52"/>
                  </a:ln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Rectangle 899"/>
            <p:cNvSpPr>
              <a:spLocks noChangeArrowheads="1"/>
            </p:cNvSpPr>
            <p:nvPr/>
          </p:nvSpPr>
          <p:spPr bwMode="auto">
            <a:xfrm>
              <a:off x="8172450" y="2298700"/>
              <a:ext cx="14288" cy="15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900"/>
            <p:cNvSpPr>
              <a:spLocks noChangeArrowheads="1"/>
            </p:cNvSpPr>
            <p:nvPr/>
          </p:nvSpPr>
          <p:spPr bwMode="auto">
            <a:xfrm>
              <a:off x="8172450" y="2312988"/>
              <a:ext cx="14288" cy="4763"/>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Rectangle 901"/>
            <p:cNvSpPr>
              <a:spLocks noChangeArrowheads="1"/>
            </p:cNvSpPr>
            <p:nvPr/>
          </p:nvSpPr>
          <p:spPr bwMode="auto">
            <a:xfrm>
              <a:off x="8172450" y="2330450"/>
              <a:ext cx="14288" cy="317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902"/>
            <p:cNvSpPr>
              <a:spLocks noChangeArrowheads="1"/>
            </p:cNvSpPr>
            <p:nvPr/>
          </p:nvSpPr>
          <p:spPr bwMode="auto">
            <a:xfrm>
              <a:off x="8172450" y="2346325"/>
              <a:ext cx="14288" cy="635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Rectangle 903"/>
            <p:cNvSpPr>
              <a:spLocks noChangeArrowheads="1"/>
            </p:cNvSpPr>
            <p:nvPr/>
          </p:nvSpPr>
          <p:spPr bwMode="auto">
            <a:xfrm>
              <a:off x="8172450" y="2365375"/>
              <a:ext cx="14288" cy="317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904"/>
            <p:cNvSpPr>
              <a:spLocks noChangeArrowheads="1"/>
            </p:cNvSpPr>
            <p:nvPr/>
          </p:nvSpPr>
          <p:spPr bwMode="auto">
            <a:xfrm>
              <a:off x="8172450" y="2395538"/>
              <a:ext cx="204788" cy="158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905"/>
            <p:cNvSpPr>
              <a:spLocks/>
            </p:cNvSpPr>
            <p:nvPr/>
          </p:nvSpPr>
          <p:spPr bwMode="auto">
            <a:xfrm>
              <a:off x="7924800" y="2495550"/>
              <a:ext cx="66675" cy="26988"/>
            </a:xfrm>
            <a:custGeom>
              <a:avLst/>
              <a:gdLst>
                <a:gd name="T0" fmla="*/ 83 w 83"/>
                <a:gd name="T1" fmla="*/ 34 h 34"/>
                <a:gd name="T2" fmla="*/ 83 w 83"/>
                <a:gd name="T3" fmla="*/ 25 h 34"/>
                <a:gd name="T4" fmla="*/ 0 w 83"/>
                <a:gd name="T5" fmla="*/ 0 h 34"/>
                <a:gd name="T6" fmla="*/ 0 w 83"/>
                <a:gd name="T7" fmla="*/ 13 h 34"/>
                <a:gd name="T8" fmla="*/ 83 w 83"/>
                <a:gd name="T9" fmla="*/ 34 h 34"/>
              </a:gdLst>
              <a:ahLst/>
              <a:cxnLst>
                <a:cxn ang="0">
                  <a:pos x="T0" y="T1"/>
                </a:cxn>
                <a:cxn ang="0">
                  <a:pos x="T2" y="T3"/>
                </a:cxn>
                <a:cxn ang="0">
                  <a:pos x="T4" y="T5"/>
                </a:cxn>
                <a:cxn ang="0">
                  <a:pos x="T6" y="T7"/>
                </a:cxn>
                <a:cxn ang="0">
                  <a:pos x="T8" y="T9"/>
                </a:cxn>
              </a:cxnLst>
              <a:rect l="0" t="0" r="r" b="b"/>
              <a:pathLst>
                <a:path w="83" h="34">
                  <a:moveTo>
                    <a:pt x="83" y="34"/>
                  </a:moveTo>
                  <a:lnTo>
                    <a:pt x="83" y="25"/>
                  </a:lnTo>
                  <a:lnTo>
                    <a:pt x="0" y="0"/>
                  </a:lnTo>
                  <a:lnTo>
                    <a:pt x="0" y="13"/>
                  </a:lnTo>
                  <a:lnTo>
                    <a:pt x="83" y="34"/>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906"/>
            <p:cNvSpPr>
              <a:spLocks/>
            </p:cNvSpPr>
            <p:nvPr/>
          </p:nvSpPr>
          <p:spPr bwMode="auto">
            <a:xfrm>
              <a:off x="7924800" y="2473325"/>
              <a:ext cx="239713" cy="49213"/>
            </a:xfrm>
            <a:custGeom>
              <a:avLst/>
              <a:gdLst>
                <a:gd name="T0" fmla="*/ 302 w 302"/>
                <a:gd name="T1" fmla="*/ 20 h 61"/>
                <a:gd name="T2" fmla="*/ 302 w 302"/>
                <a:gd name="T3" fmla="*/ 20 h 61"/>
                <a:gd name="T4" fmla="*/ 219 w 302"/>
                <a:gd name="T5" fmla="*/ 0 h 61"/>
                <a:gd name="T6" fmla="*/ 0 w 302"/>
                <a:gd name="T7" fmla="*/ 27 h 61"/>
                <a:gd name="T8" fmla="*/ 83 w 302"/>
                <a:gd name="T9" fmla="*/ 52 h 61"/>
                <a:gd name="T10" fmla="*/ 83 w 302"/>
                <a:gd name="T11" fmla="*/ 61 h 61"/>
                <a:gd name="T12" fmla="*/ 302 w 302"/>
                <a:gd name="T13" fmla="*/ 25 h 61"/>
                <a:gd name="T14" fmla="*/ 302 w 302"/>
                <a:gd name="T15" fmla="*/ 2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2" h="61">
                  <a:moveTo>
                    <a:pt x="302" y="20"/>
                  </a:moveTo>
                  <a:lnTo>
                    <a:pt x="302" y="20"/>
                  </a:lnTo>
                  <a:lnTo>
                    <a:pt x="219" y="0"/>
                  </a:lnTo>
                  <a:lnTo>
                    <a:pt x="0" y="27"/>
                  </a:lnTo>
                  <a:lnTo>
                    <a:pt x="83" y="52"/>
                  </a:lnTo>
                  <a:lnTo>
                    <a:pt x="83" y="61"/>
                  </a:lnTo>
                  <a:lnTo>
                    <a:pt x="302" y="25"/>
                  </a:lnTo>
                  <a:lnTo>
                    <a:pt x="302" y="2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907"/>
            <p:cNvSpPr>
              <a:spLocks/>
            </p:cNvSpPr>
            <p:nvPr/>
          </p:nvSpPr>
          <p:spPr bwMode="auto">
            <a:xfrm>
              <a:off x="8558212" y="2495550"/>
              <a:ext cx="65088" cy="26988"/>
            </a:xfrm>
            <a:custGeom>
              <a:avLst/>
              <a:gdLst>
                <a:gd name="T0" fmla="*/ 0 w 83"/>
                <a:gd name="T1" fmla="*/ 34 h 34"/>
                <a:gd name="T2" fmla="*/ 0 w 83"/>
                <a:gd name="T3" fmla="*/ 25 h 34"/>
                <a:gd name="T4" fmla="*/ 81 w 83"/>
                <a:gd name="T5" fmla="*/ 0 h 34"/>
                <a:gd name="T6" fmla="*/ 83 w 83"/>
                <a:gd name="T7" fmla="*/ 13 h 34"/>
                <a:gd name="T8" fmla="*/ 0 w 83"/>
                <a:gd name="T9" fmla="*/ 34 h 34"/>
              </a:gdLst>
              <a:ahLst/>
              <a:cxnLst>
                <a:cxn ang="0">
                  <a:pos x="T0" y="T1"/>
                </a:cxn>
                <a:cxn ang="0">
                  <a:pos x="T2" y="T3"/>
                </a:cxn>
                <a:cxn ang="0">
                  <a:pos x="T4" y="T5"/>
                </a:cxn>
                <a:cxn ang="0">
                  <a:pos x="T6" y="T7"/>
                </a:cxn>
                <a:cxn ang="0">
                  <a:pos x="T8" y="T9"/>
                </a:cxn>
              </a:cxnLst>
              <a:rect l="0" t="0" r="r" b="b"/>
              <a:pathLst>
                <a:path w="83" h="34">
                  <a:moveTo>
                    <a:pt x="0" y="34"/>
                  </a:moveTo>
                  <a:lnTo>
                    <a:pt x="0" y="25"/>
                  </a:lnTo>
                  <a:lnTo>
                    <a:pt x="81" y="0"/>
                  </a:lnTo>
                  <a:lnTo>
                    <a:pt x="83" y="13"/>
                  </a:lnTo>
                  <a:lnTo>
                    <a:pt x="0" y="34"/>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908"/>
            <p:cNvSpPr>
              <a:spLocks/>
            </p:cNvSpPr>
            <p:nvPr/>
          </p:nvSpPr>
          <p:spPr bwMode="auto">
            <a:xfrm>
              <a:off x="8382000" y="2473325"/>
              <a:ext cx="239713" cy="49213"/>
            </a:xfrm>
            <a:custGeom>
              <a:avLst/>
              <a:gdLst>
                <a:gd name="T0" fmla="*/ 0 w 302"/>
                <a:gd name="T1" fmla="*/ 20 h 61"/>
                <a:gd name="T2" fmla="*/ 0 w 302"/>
                <a:gd name="T3" fmla="*/ 20 h 61"/>
                <a:gd name="T4" fmla="*/ 83 w 302"/>
                <a:gd name="T5" fmla="*/ 0 h 61"/>
                <a:gd name="T6" fmla="*/ 302 w 302"/>
                <a:gd name="T7" fmla="*/ 27 h 61"/>
                <a:gd name="T8" fmla="*/ 221 w 302"/>
                <a:gd name="T9" fmla="*/ 52 h 61"/>
                <a:gd name="T10" fmla="*/ 221 w 302"/>
                <a:gd name="T11" fmla="*/ 61 h 61"/>
                <a:gd name="T12" fmla="*/ 0 w 302"/>
                <a:gd name="T13" fmla="*/ 25 h 61"/>
                <a:gd name="T14" fmla="*/ 0 w 302"/>
                <a:gd name="T15" fmla="*/ 2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2" h="61">
                  <a:moveTo>
                    <a:pt x="0" y="20"/>
                  </a:moveTo>
                  <a:lnTo>
                    <a:pt x="0" y="20"/>
                  </a:lnTo>
                  <a:lnTo>
                    <a:pt x="83" y="0"/>
                  </a:lnTo>
                  <a:lnTo>
                    <a:pt x="302" y="27"/>
                  </a:lnTo>
                  <a:lnTo>
                    <a:pt x="221" y="52"/>
                  </a:lnTo>
                  <a:lnTo>
                    <a:pt x="221" y="61"/>
                  </a:lnTo>
                  <a:lnTo>
                    <a:pt x="0" y="25"/>
                  </a:lnTo>
                  <a:lnTo>
                    <a:pt x="0" y="2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909"/>
            <p:cNvSpPr>
              <a:spLocks/>
            </p:cNvSpPr>
            <p:nvPr/>
          </p:nvSpPr>
          <p:spPr bwMode="auto">
            <a:xfrm>
              <a:off x="8164512" y="2463800"/>
              <a:ext cx="19050" cy="28575"/>
            </a:xfrm>
            <a:custGeom>
              <a:avLst/>
              <a:gdLst>
                <a:gd name="T0" fmla="*/ 23 w 23"/>
                <a:gd name="T1" fmla="*/ 36 h 36"/>
                <a:gd name="T2" fmla="*/ 23 w 23"/>
                <a:gd name="T3" fmla="*/ 27 h 36"/>
                <a:gd name="T4" fmla="*/ 0 w 23"/>
                <a:gd name="T5" fmla="*/ 0 h 36"/>
                <a:gd name="T6" fmla="*/ 0 w 23"/>
                <a:gd name="T7" fmla="*/ 14 h 36"/>
                <a:gd name="T8" fmla="*/ 23 w 23"/>
                <a:gd name="T9" fmla="*/ 36 h 36"/>
              </a:gdLst>
              <a:ahLst/>
              <a:cxnLst>
                <a:cxn ang="0">
                  <a:pos x="T0" y="T1"/>
                </a:cxn>
                <a:cxn ang="0">
                  <a:pos x="T2" y="T3"/>
                </a:cxn>
                <a:cxn ang="0">
                  <a:pos x="T4" y="T5"/>
                </a:cxn>
                <a:cxn ang="0">
                  <a:pos x="T6" y="T7"/>
                </a:cxn>
                <a:cxn ang="0">
                  <a:pos x="T8" y="T9"/>
                </a:cxn>
              </a:cxnLst>
              <a:rect l="0" t="0" r="r" b="b"/>
              <a:pathLst>
                <a:path w="23" h="36">
                  <a:moveTo>
                    <a:pt x="23" y="36"/>
                  </a:moveTo>
                  <a:lnTo>
                    <a:pt x="23" y="27"/>
                  </a:lnTo>
                  <a:lnTo>
                    <a:pt x="0" y="0"/>
                  </a:lnTo>
                  <a:lnTo>
                    <a:pt x="0" y="14"/>
                  </a:lnTo>
                  <a:lnTo>
                    <a:pt x="23" y="36"/>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910"/>
            <p:cNvSpPr>
              <a:spLocks/>
            </p:cNvSpPr>
            <p:nvPr/>
          </p:nvSpPr>
          <p:spPr bwMode="auto">
            <a:xfrm>
              <a:off x="8362950" y="2463800"/>
              <a:ext cx="19050" cy="28575"/>
            </a:xfrm>
            <a:custGeom>
              <a:avLst/>
              <a:gdLst>
                <a:gd name="T0" fmla="*/ 0 w 23"/>
                <a:gd name="T1" fmla="*/ 36 h 36"/>
                <a:gd name="T2" fmla="*/ 0 w 23"/>
                <a:gd name="T3" fmla="*/ 27 h 36"/>
                <a:gd name="T4" fmla="*/ 23 w 23"/>
                <a:gd name="T5" fmla="*/ 0 h 36"/>
                <a:gd name="T6" fmla="*/ 23 w 23"/>
                <a:gd name="T7" fmla="*/ 14 h 36"/>
                <a:gd name="T8" fmla="*/ 0 w 23"/>
                <a:gd name="T9" fmla="*/ 36 h 36"/>
              </a:gdLst>
              <a:ahLst/>
              <a:cxnLst>
                <a:cxn ang="0">
                  <a:pos x="T0" y="T1"/>
                </a:cxn>
                <a:cxn ang="0">
                  <a:pos x="T2" y="T3"/>
                </a:cxn>
                <a:cxn ang="0">
                  <a:pos x="T4" y="T5"/>
                </a:cxn>
                <a:cxn ang="0">
                  <a:pos x="T6" y="T7"/>
                </a:cxn>
                <a:cxn ang="0">
                  <a:pos x="T8" y="T9"/>
                </a:cxn>
              </a:cxnLst>
              <a:rect l="0" t="0" r="r" b="b"/>
              <a:pathLst>
                <a:path w="23" h="36">
                  <a:moveTo>
                    <a:pt x="0" y="36"/>
                  </a:moveTo>
                  <a:lnTo>
                    <a:pt x="0" y="27"/>
                  </a:lnTo>
                  <a:lnTo>
                    <a:pt x="23" y="0"/>
                  </a:lnTo>
                  <a:lnTo>
                    <a:pt x="23" y="14"/>
                  </a:lnTo>
                  <a:lnTo>
                    <a:pt x="0" y="36"/>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911"/>
            <p:cNvSpPr>
              <a:spLocks/>
            </p:cNvSpPr>
            <p:nvPr/>
          </p:nvSpPr>
          <p:spPr bwMode="auto">
            <a:xfrm>
              <a:off x="8164512" y="2463800"/>
              <a:ext cx="217488" cy="20638"/>
            </a:xfrm>
            <a:custGeom>
              <a:avLst/>
              <a:gdLst>
                <a:gd name="T0" fmla="*/ 250 w 273"/>
                <a:gd name="T1" fmla="*/ 27 h 27"/>
                <a:gd name="T2" fmla="*/ 23 w 273"/>
                <a:gd name="T3" fmla="*/ 27 h 27"/>
                <a:gd name="T4" fmla="*/ 0 w 273"/>
                <a:gd name="T5" fmla="*/ 0 h 27"/>
                <a:gd name="T6" fmla="*/ 273 w 273"/>
                <a:gd name="T7" fmla="*/ 0 h 27"/>
                <a:gd name="T8" fmla="*/ 250 w 273"/>
                <a:gd name="T9" fmla="*/ 27 h 27"/>
              </a:gdLst>
              <a:ahLst/>
              <a:cxnLst>
                <a:cxn ang="0">
                  <a:pos x="T0" y="T1"/>
                </a:cxn>
                <a:cxn ang="0">
                  <a:pos x="T2" y="T3"/>
                </a:cxn>
                <a:cxn ang="0">
                  <a:pos x="T4" y="T5"/>
                </a:cxn>
                <a:cxn ang="0">
                  <a:pos x="T6" y="T7"/>
                </a:cxn>
                <a:cxn ang="0">
                  <a:pos x="T8" y="T9"/>
                </a:cxn>
              </a:cxnLst>
              <a:rect l="0" t="0" r="r" b="b"/>
              <a:pathLst>
                <a:path w="273" h="27">
                  <a:moveTo>
                    <a:pt x="250" y="27"/>
                  </a:moveTo>
                  <a:lnTo>
                    <a:pt x="23" y="27"/>
                  </a:lnTo>
                  <a:lnTo>
                    <a:pt x="0" y="0"/>
                  </a:lnTo>
                  <a:lnTo>
                    <a:pt x="273" y="0"/>
                  </a:lnTo>
                  <a:lnTo>
                    <a:pt x="250" y="27"/>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912"/>
            <p:cNvSpPr>
              <a:spLocks noChangeArrowheads="1"/>
            </p:cNvSpPr>
            <p:nvPr/>
          </p:nvSpPr>
          <p:spPr bwMode="auto">
            <a:xfrm>
              <a:off x="8183562" y="2484438"/>
              <a:ext cx="179388" cy="793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102280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4"/>
          <p:cNvSpPr>
            <a:spLocks noGrp="1"/>
          </p:cNvSpPr>
          <p:nvPr>
            <p:ph type="body" sz="quarter" idx="12"/>
          </p:nvPr>
        </p:nvSpPr>
        <p:spPr>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Rahul Sahay</a:t>
            </a:r>
          </a:p>
        </p:txBody>
      </p:sp>
      <p:sp>
        <p:nvSpPr>
          <p:cNvPr id="17" name="Title 1"/>
          <p:cNvSpPr>
            <a:spLocks noGrp="1"/>
          </p:cNvSpPr>
          <p:nvPr>
            <p:ph type="title"/>
          </p:nvPr>
        </p:nvSpPr>
        <p:spPr>
          <a:noFill/>
        </p:spPr>
        <p:txBody>
          <a:bodyPr lIns="91440" tIns="91440" rIns="91440" bIns="91440" anchor="t" anchorCtr="0"/>
          <a:lstStyle>
            <a:lvl1pPr>
              <a:defRPr sz="6000" spc="-80" baseline="0">
                <a:solidFill>
                  <a:srgbClr val="0072C6"/>
                </a:solidFill>
              </a:defRPr>
            </a:lvl1pPr>
          </a:lstStyle>
          <a:p>
            <a:r>
              <a:rPr lang="en-US" dirty="0"/>
              <a:t>Live Unit Tests</a:t>
            </a:r>
          </a:p>
        </p:txBody>
      </p:sp>
    </p:spTree>
    <p:extLst>
      <p:ext uri="{BB962C8B-B14F-4D97-AF65-F5344CB8AC3E}">
        <p14:creationId xmlns:p14="http://schemas.microsoft.com/office/powerpoint/2010/main" val="6648277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Live Unit Testing</a:t>
            </a:r>
          </a:p>
        </p:txBody>
      </p:sp>
      <p:sp>
        <p:nvSpPr>
          <p:cNvPr id="3" name="Picture Placeholder 2"/>
          <p:cNvSpPr>
            <a:spLocks noGrp="1"/>
          </p:cNvSpPr>
          <p:nvPr>
            <p:ph type="pic" sz="quarter" idx="10"/>
          </p:nvPr>
        </p:nvSpPr>
        <p:spPr>
          <a:xfrm>
            <a:off x="0" y="0"/>
            <a:ext cx="6217920" cy="6995160"/>
          </a:xfrm>
          <a:solidFill>
            <a:srgbClr val="0072C6"/>
          </a:solidFill>
        </p:spPr>
      </p:sp>
      <p:sp>
        <p:nvSpPr>
          <p:cNvPr id="4" name="Text Placeholder 3"/>
          <p:cNvSpPr>
            <a:spLocks noGrp="1"/>
          </p:cNvSpPr>
          <p:nvPr>
            <p:ph type="body" sz="quarter" idx="11"/>
          </p:nvPr>
        </p:nvSpPr>
        <p:spPr>
          <a:xfrm>
            <a:off x="6583680" y="2103120"/>
            <a:ext cx="5486400" cy="1323439"/>
          </a:xfrm>
        </p:spPr>
        <p:txBody>
          <a:bodyPr/>
          <a:lstStyle/>
          <a:p>
            <a:pPr lvl="0">
              <a:spcBef>
                <a:spcPts val="1200"/>
              </a:spcBef>
            </a:pPr>
            <a:r>
              <a:rPr lang="en-US" dirty="0">
                <a:gradFill>
                  <a:gsLst>
                    <a:gs pos="1250">
                      <a:srgbClr val="505050"/>
                    </a:gs>
                    <a:gs pos="100000">
                      <a:srgbClr val="505050"/>
                    </a:gs>
                  </a:gsLst>
                  <a:lin ang="5400000" scaled="0"/>
                </a:gradFill>
              </a:rPr>
              <a:t>Unit tests are evaluated in background</a:t>
            </a:r>
          </a:p>
          <a:p>
            <a:pPr lvl="0">
              <a:spcBef>
                <a:spcPts val="1200"/>
              </a:spcBef>
            </a:pPr>
            <a:r>
              <a:rPr lang="en-US" dirty="0">
                <a:gradFill>
                  <a:gsLst>
                    <a:gs pos="1250">
                      <a:srgbClr val="505050"/>
                    </a:gs>
                    <a:gs pos="100000">
                      <a:srgbClr val="505050"/>
                    </a:gs>
                  </a:gsLst>
                  <a:lin ang="5400000" scaled="0"/>
                </a:gradFill>
              </a:rPr>
              <a:t>Pass/Fail status updated while writing code</a:t>
            </a:r>
          </a:p>
          <a:p>
            <a:pPr lvl="0">
              <a:spcBef>
                <a:spcPts val="1200"/>
              </a:spcBef>
            </a:pPr>
            <a:r>
              <a:rPr lang="en-US" dirty="0">
                <a:gradFill>
                  <a:gsLst>
                    <a:gs pos="1250">
                      <a:srgbClr val="505050"/>
                    </a:gs>
                    <a:gs pos="100000">
                      <a:srgbClr val="505050"/>
                    </a:gs>
                  </a:gsLst>
                  <a:lin ang="5400000" scaled="0"/>
                </a:gradFill>
              </a:rPr>
              <a:t>Enable/Disable with option setting</a:t>
            </a:r>
          </a:p>
        </p:txBody>
      </p:sp>
      <p:grpSp>
        <p:nvGrpSpPr>
          <p:cNvPr id="125" name="Group 124"/>
          <p:cNvGrpSpPr/>
          <p:nvPr/>
        </p:nvGrpSpPr>
        <p:grpSpPr>
          <a:xfrm>
            <a:off x="1150938" y="1380888"/>
            <a:ext cx="3733800" cy="4233384"/>
            <a:chOff x="9148762" y="2082800"/>
            <a:chExt cx="450851" cy="511175"/>
          </a:xfrm>
        </p:grpSpPr>
        <p:sp>
          <p:nvSpPr>
            <p:cNvPr id="126" name="Freeform 916"/>
            <p:cNvSpPr>
              <a:spLocks/>
            </p:cNvSpPr>
            <p:nvPr/>
          </p:nvSpPr>
          <p:spPr bwMode="auto">
            <a:xfrm>
              <a:off x="9502775" y="2174875"/>
              <a:ext cx="60325" cy="60325"/>
            </a:xfrm>
            <a:custGeom>
              <a:avLst/>
              <a:gdLst>
                <a:gd name="T0" fmla="*/ 77 w 77"/>
                <a:gd name="T1" fmla="*/ 29 h 76"/>
                <a:gd name="T2" fmla="*/ 48 w 77"/>
                <a:gd name="T3" fmla="*/ 0 h 76"/>
                <a:gd name="T4" fmla="*/ 0 w 77"/>
                <a:gd name="T5" fmla="*/ 45 h 76"/>
                <a:gd name="T6" fmla="*/ 28 w 77"/>
                <a:gd name="T7" fmla="*/ 76 h 76"/>
                <a:gd name="T8" fmla="*/ 77 w 77"/>
                <a:gd name="T9" fmla="*/ 29 h 76"/>
              </a:gdLst>
              <a:ahLst/>
              <a:cxnLst>
                <a:cxn ang="0">
                  <a:pos x="T0" y="T1"/>
                </a:cxn>
                <a:cxn ang="0">
                  <a:pos x="T2" y="T3"/>
                </a:cxn>
                <a:cxn ang="0">
                  <a:pos x="T4" y="T5"/>
                </a:cxn>
                <a:cxn ang="0">
                  <a:pos x="T6" y="T7"/>
                </a:cxn>
                <a:cxn ang="0">
                  <a:pos x="T8" y="T9"/>
                </a:cxn>
              </a:cxnLst>
              <a:rect l="0" t="0" r="r" b="b"/>
              <a:pathLst>
                <a:path w="77" h="76">
                  <a:moveTo>
                    <a:pt x="77" y="29"/>
                  </a:moveTo>
                  <a:lnTo>
                    <a:pt x="48" y="0"/>
                  </a:lnTo>
                  <a:lnTo>
                    <a:pt x="0" y="45"/>
                  </a:lnTo>
                  <a:lnTo>
                    <a:pt x="28" y="76"/>
                  </a:lnTo>
                  <a:lnTo>
                    <a:pt x="77" y="29"/>
                  </a:lnTo>
                  <a:close/>
                </a:path>
              </a:pathLst>
            </a:custGeom>
            <a:solidFill>
              <a:srgbClr val="0086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917"/>
            <p:cNvSpPr>
              <a:spLocks/>
            </p:cNvSpPr>
            <p:nvPr/>
          </p:nvSpPr>
          <p:spPr bwMode="auto">
            <a:xfrm>
              <a:off x="9528175" y="2139950"/>
              <a:ext cx="71438" cy="71438"/>
            </a:xfrm>
            <a:custGeom>
              <a:avLst/>
              <a:gdLst>
                <a:gd name="T0" fmla="*/ 90 w 90"/>
                <a:gd name="T1" fmla="*/ 62 h 90"/>
                <a:gd name="T2" fmla="*/ 29 w 90"/>
                <a:gd name="T3" fmla="*/ 0 h 90"/>
                <a:gd name="T4" fmla="*/ 0 w 90"/>
                <a:gd name="T5" fmla="*/ 29 h 90"/>
                <a:gd name="T6" fmla="*/ 61 w 90"/>
                <a:gd name="T7" fmla="*/ 90 h 90"/>
                <a:gd name="T8" fmla="*/ 90 w 90"/>
                <a:gd name="T9" fmla="*/ 62 h 90"/>
              </a:gdLst>
              <a:ahLst/>
              <a:cxnLst>
                <a:cxn ang="0">
                  <a:pos x="T0" y="T1"/>
                </a:cxn>
                <a:cxn ang="0">
                  <a:pos x="T2" y="T3"/>
                </a:cxn>
                <a:cxn ang="0">
                  <a:pos x="T4" y="T5"/>
                </a:cxn>
                <a:cxn ang="0">
                  <a:pos x="T6" y="T7"/>
                </a:cxn>
                <a:cxn ang="0">
                  <a:pos x="T8" y="T9"/>
                </a:cxn>
              </a:cxnLst>
              <a:rect l="0" t="0" r="r" b="b"/>
              <a:pathLst>
                <a:path w="90" h="90">
                  <a:moveTo>
                    <a:pt x="90" y="62"/>
                  </a:moveTo>
                  <a:lnTo>
                    <a:pt x="29" y="0"/>
                  </a:lnTo>
                  <a:lnTo>
                    <a:pt x="0" y="29"/>
                  </a:lnTo>
                  <a:lnTo>
                    <a:pt x="61" y="90"/>
                  </a:lnTo>
                  <a:lnTo>
                    <a:pt x="90" y="62"/>
                  </a:lnTo>
                  <a:close/>
                </a:path>
              </a:pathLst>
            </a:custGeom>
            <a:solidFill>
              <a:srgbClr val="B4B4B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918"/>
            <p:cNvSpPr>
              <a:spLocks/>
            </p:cNvSpPr>
            <p:nvPr/>
          </p:nvSpPr>
          <p:spPr bwMode="auto">
            <a:xfrm>
              <a:off x="9540875" y="2152650"/>
              <a:ext cx="58738" cy="58738"/>
            </a:xfrm>
            <a:custGeom>
              <a:avLst/>
              <a:gdLst>
                <a:gd name="T0" fmla="*/ 74 w 74"/>
                <a:gd name="T1" fmla="*/ 45 h 73"/>
                <a:gd name="T2" fmla="*/ 29 w 74"/>
                <a:gd name="T3" fmla="*/ 0 h 73"/>
                <a:gd name="T4" fmla="*/ 0 w 74"/>
                <a:gd name="T5" fmla="*/ 28 h 73"/>
                <a:gd name="T6" fmla="*/ 45 w 74"/>
                <a:gd name="T7" fmla="*/ 73 h 73"/>
                <a:gd name="T8" fmla="*/ 74 w 74"/>
                <a:gd name="T9" fmla="*/ 45 h 73"/>
              </a:gdLst>
              <a:ahLst/>
              <a:cxnLst>
                <a:cxn ang="0">
                  <a:pos x="T0" y="T1"/>
                </a:cxn>
                <a:cxn ang="0">
                  <a:pos x="T2" y="T3"/>
                </a:cxn>
                <a:cxn ang="0">
                  <a:pos x="T4" y="T5"/>
                </a:cxn>
                <a:cxn ang="0">
                  <a:pos x="T6" y="T7"/>
                </a:cxn>
                <a:cxn ang="0">
                  <a:pos x="T8" y="T9"/>
                </a:cxn>
              </a:cxnLst>
              <a:rect l="0" t="0" r="r" b="b"/>
              <a:pathLst>
                <a:path w="74" h="73">
                  <a:moveTo>
                    <a:pt x="74" y="45"/>
                  </a:moveTo>
                  <a:lnTo>
                    <a:pt x="29" y="0"/>
                  </a:lnTo>
                  <a:lnTo>
                    <a:pt x="0" y="28"/>
                  </a:lnTo>
                  <a:lnTo>
                    <a:pt x="45" y="73"/>
                  </a:lnTo>
                  <a:lnTo>
                    <a:pt x="74" y="45"/>
                  </a:lnTo>
                  <a:close/>
                </a:path>
              </a:pathLst>
            </a:custGeom>
            <a:solidFill>
              <a:srgbClr val="58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Rectangle 919"/>
            <p:cNvSpPr>
              <a:spLocks noChangeArrowheads="1"/>
            </p:cNvSpPr>
            <p:nvPr/>
          </p:nvSpPr>
          <p:spPr bwMode="auto">
            <a:xfrm>
              <a:off x="9342437" y="2132013"/>
              <a:ext cx="50800" cy="28575"/>
            </a:xfrm>
            <a:prstGeom prst="rect">
              <a:avLst/>
            </a:prstGeom>
            <a:solidFill>
              <a:srgbClr val="0086D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Rectangle 920"/>
            <p:cNvSpPr>
              <a:spLocks noChangeArrowheads="1"/>
            </p:cNvSpPr>
            <p:nvPr/>
          </p:nvSpPr>
          <p:spPr bwMode="auto">
            <a:xfrm>
              <a:off x="9317037" y="2082800"/>
              <a:ext cx="101600" cy="49213"/>
            </a:xfrm>
            <a:prstGeom prst="rect">
              <a:avLst/>
            </a:prstGeom>
            <a:solidFill>
              <a:srgbClr val="B4B4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Rectangle 921"/>
            <p:cNvSpPr>
              <a:spLocks noChangeArrowheads="1"/>
            </p:cNvSpPr>
            <p:nvPr/>
          </p:nvSpPr>
          <p:spPr bwMode="auto">
            <a:xfrm>
              <a:off x="9342437" y="2082800"/>
              <a:ext cx="76200" cy="49213"/>
            </a:xfrm>
            <a:prstGeom prst="rect">
              <a:avLst/>
            </a:prstGeom>
            <a:solidFill>
              <a:srgbClr val="58585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922"/>
            <p:cNvSpPr>
              <a:spLocks/>
            </p:cNvSpPr>
            <p:nvPr/>
          </p:nvSpPr>
          <p:spPr bwMode="auto">
            <a:xfrm>
              <a:off x="9148762" y="2155825"/>
              <a:ext cx="438150" cy="438150"/>
            </a:xfrm>
            <a:custGeom>
              <a:avLst/>
              <a:gdLst>
                <a:gd name="T0" fmla="*/ 0 w 552"/>
                <a:gd name="T1" fmla="*/ 275 h 552"/>
                <a:gd name="T2" fmla="*/ 5 w 552"/>
                <a:gd name="T3" fmla="*/ 220 h 552"/>
                <a:gd name="T4" fmla="*/ 21 w 552"/>
                <a:gd name="T5" fmla="*/ 169 h 552"/>
                <a:gd name="T6" fmla="*/ 46 w 552"/>
                <a:gd name="T7" fmla="*/ 122 h 552"/>
                <a:gd name="T8" fmla="*/ 81 w 552"/>
                <a:gd name="T9" fmla="*/ 81 h 552"/>
                <a:gd name="T10" fmla="*/ 120 w 552"/>
                <a:gd name="T11" fmla="*/ 47 h 552"/>
                <a:gd name="T12" fmla="*/ 167 w 552"/>
                <a:gd name="T13" fmla="*/ 22 h 552"/>
                <a:gd name="T14" fmla="*/ 219 w 552"/>
                <a:gd name="T15" fmla="*/ 6 h 552"/>
                <a:gd name="T16" fmla="*/ 275 w 552"/>
                <a:gd name="T17" fmla="*/ 0 h 552"/>
                <a:gd name="T18" fmla="*/ 304 w 552"/>
                <a:gd name="T19" fmla="*/ 2 h 552"/>
                <a:gd name="T20" fmla="*/ 357 w 552"/>
                <a:gd name="T21" fmla="*/ 13 h 552"/>
                <a:gd name="T22" fmla="*/ 408 w 552"/>
                <a:gd name="T23" fmla="*/ 33 h 552"/>
                <a:gd name="T24" fmla="*/ 451 w 552"/>
                <a:gd name="T25" fmla="*/ 63 h 552"/>
                <a:gd name="T26" fmla="*/ 489 w 552"/>
                <a:gd name="T27" fmla="*/ 101 h 552"/>
                <a:gd name="T28" fmla="*/ 517 w 552"/>
                <a:gd name="T29" fmla="*/ 144 h 552"/>
                <a:gd name="T30" fmla="*/ 539 w 552"/>
                <a:gd name="T31" fmla="*/ 194 h 552"/>
                <a:gd name="T32" fmla="*/ 550 w 552"/>
                <a:gd name="T33" fmla="*/ 248 h 552"/>
                <a:gd name="T34" fmla="*/ 552 w 552"/>
                <a:gd name="T35" fmla="*/ 275 h 552"/>
                <a:gd name="T36" fmla="*/ 546 w 552"/>
                <a:gd name="T37" fmla="*/ 331 h 552"/>
                <a:gd name="T38" fmla="*/ 530 w 552"/>
                <a:gd name="T39" fmla="*/ 383 h 552"/>
                <a:gd name="T40" fmla="*/ 505 w 552"/>
                <a:gd name="T41" fmla="*/ 430 h 552"/>
                <a:gd name="T42" fmla="*/ 471 w 552"/>
                <a:gd name="T43" fmla="*/ 471 h 552"/>
                <a:gd name="T44" fmla="*/ 429 w 552"/>
                <a:gd name="T45" fmla="*/ 505 h 552"/>
                <a:gd name="T46" fmla="*/ 383 w 552"/>
                <a:gd name="T47" fmla="*/ 531 h 552"/>
                <a:gd name="T48" fmla="*/ 331 w 552"/>
                <a:gd name="T49" fmla="*/ 547 h 552"/>
                <a:gd name="T50" fmla="*/ 275 w 552"/>
                <a:gd name="T51" fmla="*/ 552 h 552"/>
                <a:gd name="T52" fmla="*/ 248 w 552"/>
                <a:gd name="T53" fmla="*/ 550 h 552"/>
                <a:gd name="T54" fmla="*/ 194 w 552"/>
                <a:gd name="T55" fmla="*/ 540 h 552"/>
                <a:gd name="T56" fmla="*/ 144 w 552"/>
                <a:gd name="T57" fmla="*/ 518 h 552"/>
                <a:gd name="T58" fmla="*/ 100 w 552"/>
                <a:gd name="T59" fmla="*/ 489 h 552"/>
                <a:gd name="T60" fmla="*/ 63 w 552"/>
                <a:gd name="T61" fmla="*/ 452 h 552"/>
                <a:gd name="T62" fmla="*/ 32 w 552"/>
                <a:gd name="T63" fmla="*/ 408 h 552"/>
                <a:gd name="T64" fmla="*/ 10 w 552"/>
                <a:gd name="T65" fmla="*/ 358 h 552"/>
                <a:gd name="T66" fmla="*/ 0 w 552"/>
                <a:gd name="T67" fmla="*/ 304 h 552"/>
                <a:gd name="T68" fmla="*/ 0 w 552"/>
                <a:gd name="T69" fmla="*/ 275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52" h="552">
                  <a:moveTo>
                    <a:pt x="0" y="275"/>
                  </a:moveTo>
                  <a:lnTo>
                    <a:pt x="0" y="275"/>
                  </a:lnTo>
                  <a:lnTo>
                    <a:pt x="0" y="248"/>
                  </a:lnTo>
                  <a:lnTo>
                    <a:pt x="5" y="220"/>
                  </a:lnTo>
                  <a:lnTo>
                    <a:pt x="10" y="194"/>
                  </a:lnTo>
                  <a:lnTo>
                    <a:pt x="21" y="169"/>
                  </a:lnTo>
                  <a:lnTo>
                    <a:pt x="32" y="144"/>
                  </a:lnTo>
                  <a:lnTo>
                    <a:pt x="46" y="122"/>
                  </a:lnTo>
                  <a:lnTo>
                    <a:pt x="63" y="101"/>
                  </a:lnTo>
                  <a:lnTo>
                    <a:pt x="81" y="81"/>
                  </a:lnTo>
                  <a:lnTo>
                    <a:pt x="100" y="63"/>
                  </a:lnTo>
                  <a:lnTo>
                    <a:pt x="120" y="47"/>
                  </a:lnTo>
                  <a:lnTo>
                    <a:pt x="144" y="33"/>
                  </a:lnTo>
                  <a:lnTo>
                    <a:pt x="167" y="22"/>
                  </a:lnTo>
                  <a:lnTo>
                    <a:pt x="194" y="13"/>
                  </a:lnTo>
                  <a:lnTo>
                    <a:pt x="219" y="6"/>
                  </a:lnTo>
                  <a:lnTo>
                    <a:pt x="248" y="2"/>
                  </a:lnTo>
                  <a:lnTo>
                    <a:pt x="275" y="0"/>
                  </a:lnTo>
                  <a:lnTo>
                    <a:pt x="275" y="0"/>
                  </a:lnTo>
                  <a:lnTo>
                    <a:pt x="304" y="2"/>
                  </a:lnTo>
                  <a:lnTo>
                    <a:pt x="331" y="6"/>
                  </a:lnTo>
                  <a:lnTo>
                    <a:pt x="357" y="13"/>
                  </a:lnTo>
                  <a:lnTo>
                    <a:pt x="383" y="22"/>
                  </a:lnTo>
                  <a:lnTo>
                    <a:pt x="408" y="33"/>
                  </a:lnTo>
                  <a:lnTo>
                    <a:pt x="429" y="47"/>
                  </a:lnTo>
                  <a:lnTo>
                    <a:pt x="451" y="63"/>
                  </a:lnTo>
                  <a:lnTo>
                    <a:pt x="471" y="81"/>
                  </a:lnTo>
                  <a:lnTo>
                    <a:pt x="489" y="101"/>
                  </a:lnTo>
                  <a:lnTo>
                    <a:pt x="505" y="122"/>
                  </a:lnTo>
                  <a:lnTo>
                    <a:pt x="517" y="144"/>
                  </a:lnTo>
                  <a:lnTo>
                    <a:pt x="530" y="169"/>
                  </a:lnTo>
                  <a:lnTo>
                    <a:pt x="539" y="194"/>
                  </a:lnTo>
                  <a:lnTo>
                    <a:pt x="546" y="220"/>
                  </a:lnTo>
                  <a:lnTo>
                    <a:pt x="550" y="248"/>
                  </a:lnTo>
                  <a:lnTo>
                    <a:pt x="552" y="275"/>
                  </a:lnTo>
                  <a:lnTo>
                    <a:pt x="552" y="275"/>
                  </a:lnTo>
                  <a:lnTo>
                    <a:pt x="550" y="304"/>
                  </a:lnTo>
                  <a:lnTo>
                    <a:pt x="546" y="331"/>
                  </a:lnTo>
                  <a:lnTo>
                    <a:pt x="539" y="358"/>
                  </a:lnTo>
                  <a:lnTo>
                    <a:pt x="530" y="383"/>
                  </a:lnTo>
                  <a:lnTo>
                    <a:pt x="517" y="408"/>
                  </a:lnTo>
                  <a:lnTo>
                    <a:pt x="505" y="430"/>
                  </a:lnTo>
                  <a:lnTo>
                    <a:pt x="489" y="452"/>
                  </a:lnTo>
                  <a:lnTo>
                    <a:pt x="471" y="471"/>
                  </a:lnTo>
                  <a:lnTo>
                    <a:pt x="451" y="489"/>
                  </a:lnTo>
                  <a:lnTo>
                    <a:pt x="429" y="505"/>
                  </a:lnTo>
                  <a:lnTo>
                    <a:pt x="408" y="518"/>
                  </a:lnTo>
                  <a:lnTo>
                    <a:pt x="383" y="531"/>
                  </a:lnTo>
                  <a:lnTo>
                    <a:pt x="357" y="540"/>
                  </a:lnTo>
                  <a:lnTo>
                    <a:pt x="331" y="547"/>
                  </a:lnTo>
                  <a:lnTo>
                    <a:pt x="304" y="550"/>
                  </a:lnTo>
                  <a:lnTo>
                    <a:pt x="275" y="552"/>
                  </a:lnTo>
                  <a:lnTo>
                    <a:pt x="275" y="552"/>
                  </a:lnTo>
                  <a:lnTo>
                    <a:pt x="248" y="550"/>
                  </a:lnTo>
                  <a:lnTo>
                    <a:pt x="219" y="547"/>
                  </a:lnTo>
                  <a:lnTo>
                    <a:pt x="194" y="540"/>
                  </a:lnTo>
                  <a:lnTo>
                    <a:pt x="167" y="531"/>
                  </a:lnTo>
                  <a:lnTo>
                    <a:pt x="144" y="518"/>
                  </a:lnTo>
                  <a:lnTo>
                    <a:pt x="120" y="505"/>
                  </a:lnTo>
                  <a:lnTo>
                    <a:pt x="100" y="489"/>
                  </a:lnTo>
                  <a:lnTo>
                    <a:pt x="81" y="471"/>
                  </a:lnTo>
                  <a:lnTo>
                    <a:pt x="63" y="452"/>
                  </a:lnTo>
                  <a:lnTo>
                    <a:pt x="46" y="430"/>
                  </a:lnTo>
                  <a:lnTo>
                    <a:pt x="32" y="408"/>
                  </a:lnTo>
                  <a:lnTo>
                    <a:pt x="21" y="383"/>
                  </a:lnTo>
                  <a:lnTo>
                    <a:pt x="10" y="358"/>
                  </a:lnTo>
                  <a:lnTo>
                    <a:pt x="5" y="331"/>
                  </a:lnTo>
                  <a:lnTo>
                    <a:pt x="0" y="304"/>
                  </a:lnTo>
                  <a:lnTo>
                    <a:pt x="0" y="275"/>
                  </a:lnTo>
                  <a:lnTo>
                    <a:pt x="0" y="275"/>
                  </a:lnTo>
                  <a:close/>
                </a:path>
              </a:pathLst>
            </a:custGeom>
            <a:solidFill>
              <a:srgbClr val="9090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923"/>
            <p:cNvSpPr>
              <a:spLocks/>
            </p:cNvSpPr>
            <p:nvPr/>
          </p:nvSpPr>
          <p:spPr bwMode="auto">
            <a:xfrm>
              <a:off x="9170987" y="2176463"/>
              <a:ext cx="392113" cy="393700"/>
            </a:xfrm>
            <a:custGeom>
              <a:avLst/>
              <a:gdLst>
                <a:gd name="T0" fmla="*/ 0 w 495"/>
                <a:gd name="T1" fmla="*/ 248 h 496"/>
                <a:gd name="T2" fmla="*/ 4 w 495"/>
                <a:gd name="T3" fmla="*/ 198 h 496"/>
                <a:gd name="T4" fmla="*/ 18 w 495"/>
                <a:gd name="T5" fmla="*/ 151 h 496"/>
                <a:gd name="T6" fmla="*/ 42 w 495"/>
                <a:gd name="T7" fmla="*/ 110 h 496"/>
                <a:gd name="T8" fmla="*/ 72 w 495"/>
                <a:gd name="T9" fmla="*/ 72 h 496"/>
                <a:gd name="T10" fmla="*/ 108 w 495"/>
                <a:gd name="T11" fmla="*/ 43 h 496"/>
                <a:gd name="T12" fmla="*/ 151 w 495"/>
                <a:gd name="T13" fmla="*/ 20 h 496"/>
                <a:gd name="T14" fmla="*/ 198 w 495"/>
                <a:gd name="T15" fmla="*/ 6 h 496"/>
                <a:gd name="T16" fmla="*/ 249 w 495"/>
                <a:gd name="T17" fmla="*/ 0 h 496"/>
                <a:gd name="T18" fmla="*/ 274 w 495"/>
                <a:gd name="T19" fmla="*/ 2 h 496"/>
                <a:gd name="T20" fmla="*/ 322 w 495"/>
                <a:gd name="T21" fmla="*/ 11 h 496"/>
                <a:gd name="T22" fmla="*/ 365 w 495"/>
                <a:gd name="T23" fmla="*/ 31 h 496"/>
                <a:gd name="T24" fmla="*/ 405 w 495"/>
                <a:gd name="T25" fmla="*/ 56 h 496"/>
                <a:gd name="T26" fmla="*/ 439 w 495"/>
                <a:gd name="T27" fmla="*/ 90 h 496"/>
                <a:gd name="T28" fmla="*/ 466 w 495"/>
                <a:gd name="T29" fmla="*/ 130 h 496"/>
                <a:gd name="T30" fmla="*/ 484 w 495"/>
                <a:gd name="T31" fmla="*/ 175 h 496"/>
                <a:gd name="T32" fmla="*/ 495 w 495"/>
                <a:gd name="T33" fmla="*/ 223 h 496"/>
                <a:gd name="T34" fmla="*/ 495 w 495"/>
                <a:gd name="T35" fmla="*/ 248 h 496"/>
                <a:gd name="T36" fmla="*/ 491 w 495"/>
                <a:gd name="T37" fmla="*/ 299 h 496"/>
                <a:gd name="T38" fmla="*/ 477 w 495"/>
                <a:gd name="T39" fmla="*/ 345 h 496"/>
                <a:gd name="T40" fmla="*/ 454 w 495"/>
                <a:gd name="T41" fmla="*/ 387 h 496"/>
                <a:gd name="T42" fmla="*/ 423 w 495"/>
                <a:gd name="T43" fmla="*/ 423 h 496"/>
                <a:gd name="T44" fmla="*/ 387 w 495"/>
                <a:gd name="T45" fmla="*/ 453 h 496"/>
                <a:gd name="T46" fmla="*/ 344 w 495"/>
                <a:gd name="T47" fmla="*/ 477 h 496"/>
                <a:gd name="T48" fmla="*/ 297 w 495"/>
                <a:gd name="T49" fmla="*/ 491 h 496"/>
                <a:gd name="T50" fmla="*/ 249 w 495"/>
                <a:gd name="T51" fmla="*/ 496 h 496"/>
                <a:gd name="T52" fmla="*/ 222 w 495"/>
                <a:gd name="T53" fmla="*/ 495 h 496"/>
                <a:gd name="T54" fmla="*/ 175 w 495"/>
                <a:gd name="T55" fmla="*/ 486 h 496"/>
                <a:gd name="T56" fmla="*/ 130 w 495"/>
                <a:gd name="T57" fmla="*/ 466 h 496"/>
                <a:gd name="T58" fmla="*/ 90 w 495"/>
                <a:gd name="T59" fmla="*/ 439 h 496"/>
                <a:gd name="T60" fmla="*/ 56 w 495"/>
                <a:gd name="T61" fmla="*/ 407 h 496"/>
                <a:gd name="T62" fmla="*/ 29 w 495"/>
                <a:gd name="T63" fmla="*/ 367 h 496"/>
                <a:gd name="T64" fmla="*/ 11 w 495"/>
                <a:gd name="T65" fmla="*/ 322 h 496"/>
                <a:gd name="T66" fmla="*/ 0 w 495"/>
                <a:gd name="T67" fmla="*/ 273 h 496"/>
                <a:gd name="T68" fmla="*/ 0 w 495"/>
                <a:gd name="T69" fmla="*/ 248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5" h="496">
                  <a:moveTo>
                    <a:pt x="0" y="248"/>
                  </a:moveTo>
                  <a:lnTo>
                    <a:pt x="0" y="248"/>
                  </a:lnTo>
                  <a:lnTo>
                    <a:pt x="0" y="223"/>
                  </a:lnTo>
                  <a:lnTo>
                    <a:pt x="4" y="198"/>
                  </a:lnTo>
                  <a:lnTo>
                    <a:pt x="11" y="175"/>
                  </a:lnTo>
                  <a:lnTo>
                    <a:pt x="18" y="151"/>
                  </a:lnTo>
                  <a:lnTo>
                    <a:pt x="29" y="130"/>
                  </a:lnTo>
                  <a:lnTo>
                    <a:pt x="42" y="110"/>
                  </a:lnTo>
                  <a:lnTo>
                    <a:pt x="56" y="90"/>
                  </a:lnTo>
                  <a:lnTo>
                    <a:pt x="72" y="72"/>
                  </a:lnTo>
                  <a:lnTo>
                    <a:pt x="90" y="56"/>
                  </a:lnTo>
                  <a:lnTo>
                    <a:pt x="108" y="43"/>
                  </a:lnTo>
                  <a:lnTo>
                    <a:pt x="130" y="31"/>
                  </a:lnTo>
                  <a:lnTo>
                    <a:pt x="151" y="20"/>
                  </a:lnTo>
                  <a:lnTo>
                    <a:pt x="175" y="11"/>
                  </a:lnTo>
                  <a:lnTo>
                    <a:pt x="198" y="6"/>
                  </a:lnTo>
                  <a:lnTo>
                    <a:pt x="222" y="2"/>
                  </a:lnTo>
                  <a:lnTo>
                    <a:pt x="249" y="0"/>
                  </a:lnTo>
                  <a:lnTo>
                    <a:pt x="249" y="0"/>
                  </a:lnTo>
                  <a:lnTo>
                    <a:pt x="274" y="2"/>
                  </a:lnTo>
                  <a:lnTo>
                    <a:pt x="297" y="6"/>
                  </a:lnTo>
                  <a:lnTo>
                    <a:pt x="322" y="11"/>
                  </a:lnTo>
                  <a:lnTo>
                    <a:pt x="344" y="20"/>
                  </a:lnTo>
                  <a:lnTo>
                    <a:pt x="365" y="31"/>
                  </a:lnTo>
                  <a:lnTo>
                    <a:pt x="387" y="43"/>
                  </a:lnTo>
                  <a:lnTo>
                    <a:pt x="405" y="56"/>
                  </a:lnTo>
                  <a:lnTo>
                    <a:pt x="423" y="72"/>
                  </a:lnTo>
                  <a:lnTo>
                    <a:pt x="439" y="90"/>
                  </a:lnTo>
                  <a:lnTo>
                    <a:pt x="454" y="110"/>
                  </a:lnTo>
                  <a:lnTo>
                    <a:pt x="466" y="130"/>
                  </a:lnTo>
                  <a:lnTo>
                    <a:pt x="477" y="151"/>
                  </a:lnTo>
                  <a:lnTo>
                    <a:pt x="484" y="175"/>
                  </a:lnTo>
                  <a:lnTo>
                    <a:pt x="491" y="198"/>
                  </a:lnTo>
                  <a:lnTo>
                    <a:pt x="495" y="223"/>
                  </a:lnTo>
                  <a:lnTo>
                    <a:pt x="495" y="248"/>
                  </a:lnTo>
                  <a:lnTo>
                    <a:pt x="495" y="248"/>
                  </a:lnTo>
                  <a:lnTo>
                    <a:pt x="495" y="273"/>
                  </a:lnTo>
                  <a:lnTo>
                    <a:pt x="491" y="299"/>
                  </a:lnTo>
                  <a:lnTo>
                    <a:pt x="484" y="322"/>
                  </a:lnTo>
                  <a:lnTo>
                    <a:pt x="477" y="345"/>
                  </a:lnTo>
                  <a:lnTo>
                    <a:pt x="466" y="367"/>
                  </a:lnTo>
                  <a:lnTo>
                    <a:pt x="454" y="387"/>
                  </a:lnTo>
                  <a:lnTo>
                    <a:pt x="439" y="407"/>
                  </a:lnTo>
                  <a:lnTo>
                    <a:pt x="423" y="423"/>
                  </a:lnTo>
                  <a:lnTo>
                    <a:pt x="405" y="439"/>
                  </a:lnTo>
                  <a:lnTo>
                    <a:pt x="387" y="453"/>
                  </a:lnTo>
                  <a:lnTo>
                    <a:pt x="365" y="466"/>
                  </a:lnTo>
                  <a:lnTo>
                    <a:pt x="344" y="477"/>
                  </a:lnTo>
                  <a:lnTo>
                    <a:pt x="322" y="486"/>
                  </a:lnTo>
                  <a:lnTo>
                    <a:pt x="297" y="491"/>
                  </a:lnTo>
                  <a:lnTo>
                    <a:pt x="274" y="495"/>
                  </a:lnTo>
                  <a:lnTo>
                    <a:pt x="249" y="496"/>
                  </a:lnTo>
                  <a:lnTo>
                    <a:pt x="249" y="496"/>
                  </a:lnTo>
                  <a:lnTo>
                    <a:pt x="222" y="495"/>
                  </a:lnTo>
                  <a:lnTo>
                    <a:pt x="198" y="491"/>
                  </a:lnTo>
                  <a:lnTo>
                    <a:pt x="175" y="486"/>
                  </a:lnTo>
                  <a:lnTo>
                    <a:pt x="151" y="477"/>
                  </a:lnTo>
                  <a:lnTo>
                    <a:pt x="130" y="466"/>
                  </a:lnTo>
                  <a:lnTo>
                    <a:pt x="108" y="453"/>
                  </a:lnTo>
                  <a:lnTo>
                    <a:pt x="90" y="439"/>
                  </a:lnTo>
                  <a:lnTo>
                    <a:pt x="72" y="423"/>
                  </a:lnTo>
                  <a:lnTo>
                    <a:pt x="56" y="407"/>
                  </a:lnTo>
                  <a:lnTo>
                    <a:pt x="42" y="387"/>
                  </a:lnTo>
                  <a:lnTo>
                    <a:pt x="29" y="367"/>
                  </a:lnTo>
                  <a:lnTo>
                    <a:pt x="18" y="345"/>
                  </a:lnTo>
                  <a:lnTo>
                    <a:pt x="11" y="322"/>
                  </a:lnTo>
                  <a:lnTo>
                    <a:pt x="4" y="299"/>
                  </a:lnTo>
                  <a:lnTo>
                    <a:pt x="0" y="273"/>
                  </a:lnTo>
                  <a:lnTo>
                    <a:pt x="0" y="248"/>
                  </a:lnTo>
                  <a:lnTo>
                    <a:pt x="0" y="24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924"/>
            <p:cNvSpPr>
              <a:spLocks/>
            </p:cNvSpPr>
            <p:nvPr/>
          </p:nvSpPr>
          <p:spPr bwMode="auto">
            <a:xfrm>
              <a:off x="9366250" y="2176463"/>
              <a:ext cx="82550" cy="195263"/>
            </a:xfrm>
            <a:custGeom>
              <a:avLst/>
              <a:gdLst>
                <a:gd name="T0" fmla="*/ 102 w 102"/>
                <a:gd name="T1" fmla="*/ 24 h 247"/>
                <a:gd name="T2" fmla="*/ 102 w 102"/>
                <a:gd name="T3" fmla="*/ 24 h 247"/>
                <a:gd name="T4" fmla="*/ 79 w 102"/>
                <a:gd name="T5" fmla="*/ 13 h 247"/>
                <a:gd name="T6" fmla="*/ 54 w 102"/>
                <a:gd name="T7" fmla="*/ 6 h 247"/>
                <a:gd name="T8" fmla="*/ 27 w 102"/>
                <a:gd name="T9" fmla="*/ 2 h 247"/>
                <a:gd name="T10" fmla="*/ 0 w 102"/>
                <a:gd name="T11" fmla="*/ 0 h 247"/>
                <a:gd name="T12" fmla="*/ 0 w 102"/>
                <a:gd name="T13" fmla="*/ 0 h 247"/>
                <a:gd name="T14" fmla="*/ 0 w 102"/>
                <a:gd name="T15" fmla="*/ 247 h 247"/>
                <a:gd name="T16" fmla="*/ 0 w 102"/>
                <a:gd name="T17" fmla="*/ 247 h 247"/>
                <a:gd name="T18" fmla="*/ 102 w 102"/>
                <a:gd name="T19" fmla="*/ 24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247">
                  <a:moveTo>
                    <a:pt x="102" y="24"/>
                  </a:moveTo>
                  <a:lnTo>
                    <a:pt x="102" y="24"/>
                  </a:lnTo>
                  <a:lnTo>
                    <a:pt x="79" y="13"/>
                  </a:lnTo>
                  <a:lnTo>
                    <a:pt x="54" y="6"/>
                  </a:lnTo>
                  <a:lnTo>
                    <a:pt x="27" y="2"/>
                  </a:lnTo>
                  <a:lnTo>
                    <a:pt x="0" y="0"/>
                  </a:lnTo>
                  <a:lnTo>
                    <a:pt x="0" y="0"/>
                  </a:lnTo>
                  <a:lnTo>
                    <a:pt x="0" y="247"/>
                  </a:lnTo>
                  <a:lnTo>
                    <a:pt x="0" y="247"/>
                  </a:lnTo>
                  <a:lnTo>
                    <a:pt x="102" y="24"/>
                  </a:lnTo>
                  <a:close/>
                </a:path>
              </a:pathLst>
            </a:custGeom>
            <a:solidFill>
              <a:srgbClr val="00BC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Freeform 925"/>
            <p:cNvSpPr>
              <a:spLocks/>
            </p:cNvSpPr>
            <p:nvPr/>
          </p:nvSpPr>
          <p:spPr bwMode="auto">
            <a:xfrm>
              <a:off x="9366250" y="2176463"/>
              <a:ext cx="82550" cy="195263"/>
            </a:xfrm>
            <a:custGeom>
              <a:avLst/>
              <a:gdLst>
                <a:gd name="T0" fmla="*/ 102 w 102"/>
                <a:gd name="T1" fmla="*/ 24 h 247"/>
                <a:gd name="T2" fmla="*/ 102 w 102"/>
                <a:gd name="T3" fmla="*/ 24 h 247"/>
                <a:gd name="T4" fmla="*/ 79 w 102"/>
                <a:gd name="T5" fmla="*/ 13 h 247"/>
                <a:gd name="T6" fmla="*/ 54 w 102"/>
                <a:gd name="T7" fmla="*/ 6 h 247"/>
                <a:gd name="T8" fmla="*/ 27 w 102"/>
                <a:gd name="T9" fmla="*/ 2 h 247"/>
                <a:gd name="T10" fmla="*/ 0 w 102"/>
                <a:gd name="T11" fmla="*/ 0 h 247"/>
                <a:gd name="T12" fmla="*/ 0 w 102"/>
                <a:gd name="T13" fmla="*/ 0 h 247"/>
                <a:gd name="T14" fmla="*/ 0 w 102"/>
                <a:gd name="T15" fmla="*/ 247 h 247"/>
                <a:gd name="T16" fmla="*/ 0 w 102"/>
                <a:gd name="T17" fmla="*/ 247 h 247"/>
                <a:gd name="T18" fmla="*/ 102 w 102"/>
                <a:gd name="T19" fmla="*/ 24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247">
                  <a:moveTo>
                    <a:pt x="102" y="24"/>
                  </a:moveTo>
                  <a:lnTo>
                    <a:pt x="102" y="24"/>
                  </a:lnTo>
                  <a:lnTo>
                    <a:pt x="79" y="13"/>
                  </a:lnTo>
                  <a:lnTo>
                    <a:pt x="54" y="6"/>
                  </a:lnTo>
                  <a:lnTo>
                    <a:pt x="27" y="2"/>
                  </a:lnTo>
                  <a:lnTo>
                    <a:pt x="0" y="0"/>
                  </a:lnTo>
                  <a:lnTo>
                    <a:pt x="0" y="0"/>
                  </a:lnTo>
                  <a:lnTo>
                    <a:pt x="0" y="247"/>
                  </a:lnTo>
                  <a:lnTo>
                    <a:pt x="0" y="247"/>
                  </a:lnTo>
                  <a:lnTo>
                    <a:pt x="102" y="2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926"/>
            <p:cNvSpPr>
              <a:spLocks/>
            </p:cNvSpPr>
            <p:nvPr/>
          </p:nvSpPr>
          <p:spPr bwMode="auto">
            <a:xfrm>
              <a:off x="9317037" y="2325688"/>
              <a:ext cx="98425" cy="98425"/>
            </a:xfrm>
            <a:custGeom>
              <a:avLst/>
              <a:gdLst>
                <a:gd name="T0" fmla="*/ 0 w 124"/>
                <a:gd name="T1" fmla="*/ 61 h 124"/>
                <a:gd name="T2" fmla="*/ 0 w 124"/>
                <a:gd name="T3" fmla="*/ 61 h 124"/>
                <a:gd name="T4" fmla="*/ 2 w 124"/>
                <a:gd name="T5" fmla="*/ 49 h 124"/>
                <a:gd name="T6" fmla="*/ 5 w 124"/>
                <a:gd name="T7" fmla="*/ 38 h 124"/>
                <a:gd name="T8" fmla="*/ 11 w 124"/>
                <a:gd name="T9" fmla="*/ 27 h 124"/>
                <a:gd name="T10" fmla="*/ 18 w 124"/>
                <a:gd name="T11" fmla="*/ 18 h 124"/>
                <a:gd name="T12" fmla="*/ 27 w 124"/>
                <a:gd name="T13" fmla="*/ 9 h 124"/>
                <a:gd name="T14" fmla="*/ 38 w 124"/>
                <a:gd name="T15" fmla="*/ 4 h 124"/>
                <a:gd name="T16" fmla="*/ 50 w 124"/>
                <a:gd name="T17" fmla="*/ 0 h 124"/>
                <a:gd name="T18" fmla="*/ 63 w 124"/>
                <a:gd name="T19" fmla="*/ 0 h 124"/>
                <a:gd name="T20" fmla="*/ 63 w 124"/>
                <a:gd name="T21" fmla="*/ 0 h 124"/>
                <a:gd name="T22" fmla="*/ 75 w 124"/>
                <a:gd name="T23" fmla="*/ 0 h 124"/>
                <a:gd name="T24" fmla="*/ 86 w 124"/>
                <a:gd name="T25" fmla="*/ 4 h 124"/>
                <a:gd name="T26" fmla="*/ 97 w 124"/>
                <a:gd name="T27" fmla="*/ 9 h 124"/>
                <a:gd name="T28" fmla="*/ 106 w 124"/>
                <a:gd name="T29" fmla="*/ 18 h 124"/>
                <a:gd name="T30" fmla="*/ 115 w 124"/>
                <a:gd name="T31" fmla="*/ 27 h 124"/>
                <a:gd name="T32" fmla="*/ 120 w 124"/>
                <a:gd name="T33" fmla="*/ 38 h 124"/>
                <a:gd name="T34" fmla="*/ 124 w 124"/>
                <a:gd name="T35" fmla="*/ 49 h 124"/>
                <a:gd name="T36" fmla="*/ 124 w 124"/>
                <a:gd name="T37" fmla="*/ 61 h 124"/>
                <a:gd name="T38" fmla="*/ 124 w 124"/>
                <a:gd name="T39" fmla="*/ 61 h 124"/>
                <a:gd name="T40" fmla="*/ 124 w 124"/>
                <a:gd name="T41" fmla="*/ 74 h 124"/>
                <a:gd name="T42" fmla="*/ 120 w 124"/>
                <a:gd name="T43" fmla="*/ 86 h 124"/>
                <a:gd name="T44" fmla="*/ 115 w 124"/>
                <a:gd name="T45" fmla="*/ 97 h 124"/>
                <a:gd name="T46" fmla="*/ 106 w 124"/>
                <a:gd name="T47" fmla="*/ 106 h 124"/>
                <a:gd name="T48" fmla="*/ 97 w 124"/>
                <a:gd name="T49" fmla="*/ 113 h 124"/>
                <a:gd name="T50" fmla="*/ 86 w 124"/>
                <a:gd name="T51" fmla="*/ 119 h 124"/>
                <a:gd name="T52" fmla="*/ 75 w 124"/>
                <a:gd name="T53" fmla="*/ 122 h 124"/>
                <a:gd name="T54" fmla="*/ 63 w 124"/>
                <a:gd name="T55" fmla="*/ 124 h 124"/>
                <a:gd name="T56" fmla="*/ 63 w 124"/>
                <a:gd name="T57" fmla="*/ 124 h 124"/>
                <a:gd name="T58" fmla="*/ 50 w 124"/>
                <a:gd name="T59" fmla="*/ 122 h 124"/>
                <a:gd name="T60" fmla="*/ 38 w 124"/>
                <a:gd name="T61" fmla="*/ 119 h 124"/>
                <a:gd name="T62" fmla="*/ 27 w 124"/>
                <a:gd name="T63" fmla="*/ 113 h 124"/>
                <a:gd name="T64" fmla="*/ 18 w 124"/>
                <a:gd name="T65" fmla="*/ 106 h 124"/>
                <a:gd name="T66" fmla="*/ 11 w 124"/>
                <a:gd name="T67" fmla="*/ 97 h 124"/>
                <a:gd name="T68" fmla="*/ 5 w 124"/>
                <a:gd name="T69" fmla="*/ 86 h 124"/>
                <a:gd name="T70" fmla="*/ 2 w 124"/>
                <a:gd name="T71" fmla="*/ 74 h 124"/>
                <a:gd name="T72" fmla="*/ 0 w 124"/>
                <a:gd name="T73" fmla="*/ 61 h 124"/>
                <a:gd name="T74" fmla="*/ 0 w 124"/>
                <a:gd name="T75"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24">
                  <a:moveTo>
                    <a:pt x="0" y="61"/>
                  </a:moveTo>
                  <a:lnTo>
                    <a:pt x="0" y="61"/>
                  </a:lnTo>
                  <a:lnTo>
                    <a:pt x="2" y="49"/>
                  </a:lnTo>
                  <a:lnTo>
                    <a:pt x="5" y="38"/>
                  </a:lnTo>
                  <a:lnTo>
                    <a:pt x="11" y="27"/>
                  </a:lnTo>
                  <a:lnTo>
                    <a:pt x="18" y="18"/>
                  </a:lnTo>
                  <a:lnTo>
                    <a:pt x="27" y="9"/>
                  </a:lnTo>
                  <a:lnTo>
                    <a:pt x="38" y="4"/>
                  </a:lnTo>
                  <a:lnTo>
                    <a:pt x="50" y="0"/>
                  </a:lnTo>
                  <a:lnTo>
                    <a:pt x="63" y="0"/>
                  </a:lnTo>
                  <a:lnTo>
                    <a:pt x="63" y="0"/>
                  </a:lnTo>
                  <a:lnTo>
                    <a:pt x="75" y="0"/>
                  </a:lnTo>
                  <a:lnTo>
                    <a:pt x="86" y="4"/>
                  </a:lnTo>
                  <a:lnTo>
                    <a:pt x="97" y="9"/>
                  </a:lnTo>
                  <a:lnTo>
                    <a:pt x="106" y="18"/>
                  </a:lnTo>
                  <a:lnTo>
                    <a:pt x="115" y="27"/>
                  </a:lnTo>
                  <a:lnTo>
                    <a:pt x="120" y="38"/>
                  </a:lnTo>
                  <a:lnTo>
                    <a:pt x="124" y="49"/>
                  </a:lnTo>
                  <a:lnTo>
                    <a:pt x="124" y="61"/>
                  </a:lnTo>
                  <a:lnTo>
                    <a:pt x="124" y="61"/>
                  </a:lnTo>
                  <a:lnTo>
                    <a:pt x="124" y="74"/>
                  </a:lnTo>
                  <a:lnTo>
                    <a:pt x="120" y="86"/>
                  </a:lnTo>
                  <a:lnTo>
                    <a:pt x="115" y="97"/>
                  </a:lnTo>
                  <a:lnTo>
                    <a:pt x="106" y="106"/>
                  </a:lnTo>
                  <a:lnTo>
                    <a:pt x="97" y="113"/>
                  </a:lnTo>
                  <a:lnTo>
                    <a:pt x="86" y="119"/>
                  </a:lnTo>
                  <a:lnTo>
                    <a:pt x="75" y="122"/>
                  </a:lnTo>
                  <a:lnTo>
                    <a:pt x="63" y="124"/>
                  </a:lnTo>
                  <a:lnTo>
                    <a:pt x="63" y="124"/>
                  </a:lnTo>
                  <a:lnTo>
                    <a:pt x="50" y="122"/>
                  </a:lnTo>
                  <a:lnTo>
                    <a:pt x="38" y="119"/>
                  </a:lnTo>
                  <a:lnTo>
                    <a:pt x="27" y="113"/>
                  </a:lnTo>
                  <a:lnTo>
                    <a:pt x="18" y="106"/>
                  </a:lnTo>
                  <a:lnTo>
                    <a:pt x="11" y="97"/>
                  </a:lnTo>
                  <a:lnTo>
                    <a:pt x="5" y="86"/>
                  </a:lnTo>
                  <a:lnTo>
                    <a:pt x="2" y="74"/>
                  </a:lnTo>
                  <a:lnTo>
                    <a:pt x="0" y="61"/>
                  </a:lnTo>
                  <a:lnTo>
                    <a:pt x="0" y="61"/>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927"/>
            <p:cNvSpPr>
              <a:spLocks noEditPoints="1"/>
            </p:cNvSpPr>
            <p:nvPr/>
          </p:nvSpPr>
          <p:spPr bwMode="auto">
            <a:xfrm>
              <a:off x="9209087" y="2198688"/>
              <a:ext cx="317500" cy="100013"/>
            </a:xfrm>
            <a:custGeom>
              <a:avLst/>
              <a:gdLst>
                <a:gd name="T0" fmla="*/ 200 w 401"/>
                <a:gd name="T1" fmla="*/ 0 h 126"/>
                <a:gd name="T2" fmla="*/ 200 w 401"/>
                <a:gd name="T3" fmla="*/ 0 h 126"/>
                <a:gd name="T4" fmla="*/ 184 w 401"/>
                <a:gd name="T5" fmla="*/ 0 h 126"/>
                <a:gd name="T6" fmla="*/ 167 w 401"/>
                <a:gd name="T7" fmla="*/ 2 h 126"/>
                <a:gd name="T8" fmla="*/ 153 w 401"/>
                <a:gd name="T9" fmla="*/ 6 h 126"/>
                <a:gd name="T10" fmla="*/ 137 w 401"/>
                <a:gd name="T11" fmla="*/ 9 h 126"/>
                <a:gd name="T12" fmla="*/ 122 w 401"/>
                <a:gd name="T13" fmla="*/ 15 h 126"/>
                <a:gd name="T14" fmla="*/ 108 w 401"/>
                <a:gd name="T15" fmla="*/ 20 h 126"/>
                <a:gd name="T16" fmla="*/ 81 w 401"/>
                <a:gd name="T17" fmla="*/ 34 h 126"/>
                <a:gd name="T18" fmla="*/ 56 w 401"/>
                <a:gd name="T19" fmla="*/ 52 h 126"/>
                <a:gd name="T20" fmla="*/ 34 w 401"/>
                <a:gd name="T21" fmla="*/ 74 h 126"/>
                <a:gd name="T22" fmla="*/ 15 w 401"/>
                <a:gd name="T23" fmla="*/ 99 h 126"/>
                <a:gd name="T24" fmla="*/ 7 w 401"/>
                <a:gd name="T25" fmla="*/ 112 h 126"/>
                <a:gd name="T26" fmla="*/ 0 w 401"/>
                <a:gd name="T27" fmla="*/ 126 h 126"/>
                <a:gd name="T28" fmla="*/ 0 w 401"/>
                <a:gd name="T29" fmla="*/ 126 h 126"/>
                <a:gd name="T30" fmla="*/ 22 w 401"/>
                <a:gd name="T31" fmla="*/ 112 h 126"/>
                <a:gd name="T32" fmla="*/ 45 w 401"/>
                <a:gd name="T33" fmla="*/ 99 h 126"/>
                <a:gd name="T34" fmla="*/ 69 w 401"/>
                <a:gd name="T35" fmla="*/ 88 h 126"/>
                <a:gd name="T36" fmla="*/ 94 w 401"/>
                <a:gd name="T37" fmla="*/ 81 h 126"/>
                <a:gd name="T38" fmla="*/ 119 w 401"/>
                <a:gd name="T39" fmla="*/ 74 h 126"/>
                <a:gd name="T40" fmla="*/ 146 w 401"/>
                <a:gd name="T41" fmla="*/ 68 h 126"/>
                <a:gd name="T42" fmla="*/ 173 w 401"/>
                <a:gd name="T43" fmla="*/ 65 h 126"/>
                <a:gd name="T44" fmla="*/ 200 w 401"/>
                <a:gd name="T45" fmla="*/ 65 h 126"/>
                <a:gd name="T46" fmla="*/ 200 w 401"/>
                <a:gd name="T47" fmla="*/ 65 h 126"/>
                <a:gd name="T48" fmla="*/ 200 w 401"/>
                <a:gd name="T49" fmla="*/ 0 h 126"/>
                <a:gd name="T50" fmla="*/ 291 w 401"/>
                <a:gd name="T51" fmla="*/ 18 h 126"/>
                <a:gd name="T52" fmla="*/ 291 w 401"/>
                <a:gd name="T53" fmla="*/ 18 h 126"/>
                <a:gd name="T54" fmla="*/ 268 w 401"/>
                <a:gd name="T55" fmla="*/ 70 h 126"/>
                <a:gd name="T56" fmla="*/ 268 w 401"/>
                <a:gd name="T57" fmla="*/ 70 h 126"/>
                <a:gd name="T58" fmla="*/ 304 w 401"/>
                <a:gd name="T59" fmla="*/ 79 h 126"/>
                <a:gd name="T60" fmla="*/ 338 w 401"/>
                <a:gd name="T61" fmla="*/ 92 h 126"/>
                <a:gd name="T62" fmla="*/ 371 w 401"/>
                <a:gd name="T63" fmla="*/ 106 h 126"/>
                <a:gd name="T64" fmla="*/ 401 w 401"/>
                <a:gd name="T65" fmla="*/ 126 h 126"/>
                <a:gd name="T66" fmla="*/ 401 w 401"/>
                <a:gd name="T67" fmla="*/ 126 h 126"/>
                <a:gd name="T68" fmla="*/ 392 w 401"/>
                <a:gd name="T69" fmla="*/ 108 h 126"/>
                <a:gd name="T70" fmla="*/ 381 w 401"/>
                <a:gd name="T71" fmla="*/ 92 h 126"/>
                <a:gd name="T72" fmla="*/ 369 w 401"/>
                <a:gd name="T73" fmla="*/ 77 h 126"/>
                <a:gd name="T74" fmla="*/ 356 w 401"/>
                <a:gd name="T75" fmla="*/ 63 h 126"/>
                <a:gd name="T76" fmla="*/ 342 w 401"/>
                <a:gd name="T77" fmla="*/ 51 h 126"/>
                <a:gd name="T78" fmla="*/ 326 w 401"/>
                <a:gd name="T79" fmla="*/ 38 h 126"/>
                <a:gd name="T80" fmla="*/ 309 w 401"/>
                <a:gd name="T81" fmla="*/ 27 h 126"/>
                <a:gd name="T82" fmla="*/ 291 w 401"/>
                <a:gd name="T83" fmla="*/ 18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01" h="126">
                  <a:moveTo>
                    <a:pt x="200" y="0"/>
                  </a:moveTo>
                  <a:lnTo>
                    <a:pt x="200" y="0"/>
                  </a:lnTo>
                  <a:lnTo>
                    <a:pt x="184" y="0"/>
                  </a:lnTo>
                  <a:lnTo>
                    <a:pt x="167" y="2"/>
                  </a:lnTo>
                  <a:lnTo>
                    <a:pt x="153" y="6"/>
                  </a:lnTo>
                  <a:lnTo>
                    <a:pt x="137" y="9"/>
                  </a:lnTo>
                  <a:lnTo>
                    <a:pt x="122" y="15"/>
                  </a:lnTo>
                  <a:lnTo>
                    <a:pt x="108" y="20"/>
                  </a:lnTo>
                  <a:lnTo>
                    <a:pt x="81" y="34"/>
                  </a:lnTo>
                  <a:lnTo>
                    <a:pt x="56" y="52"/>
                  </a:lnTo>
                  <a:lnTo>
                    <a:pt x="34" y="74"/>
                  </a:lnTo>
                  <a:lnTo>
                    <a:pt x="15" y="99"/>
                  </a:lnTo>
                  <a:lnTo>
                    <a:pt x="7" y="112"/>
                  </a:lnTo>
                  <a:lnTo>
                    <a:pt x="0" y="126"/>
                  </a:lnTo>
                  <a:lnTo>
                    <a:pt x="0" y="126"/>
                  </a:lnTo>
                  <a:lnTo>
                    <a:pt x="22" y="112"/>
                  </a:lnTo>
                  <a:lnTo>
                    <a:pt x="45" y="99"/>
                  </a:lnTo>
                  <a:lnTo>
                    <a:pt x="69" y="88"/>
                  </a:lnTo>
                  <a:lnTo>
                    <a:pt x="94" y="81"/>
                  </a:lnTo>
                  <a:lnTo>
                    <a:pt x="119" y="74"/>
                  </a:lnTo>
                  <a:lnTo>
                    <a:pt x="146" y="68"/>
                  </a:lnTo>
                  <a:lnTo>
                    <a:pt x="173" y="65"/>
                  </a:lnTo>
                  <a:lnTo>
                    <a:pt x="200" y="65"/>
                  </a:lnTo>
                  <a:lnTo>
                    <a:pt x="200" y="65"/>
                  </a:lnTo>
                  <a:lnTo>
                    <a:pt x="200" y="0"/>
                  </a:lnTo>
                  <a:close/>
                  <a:moveTo>
                    <a:pt x="291" y="18"/>
                  </a:moveTo>
                  <a:lnTo>
                    <a:pt x="291" y="18"/>
                  </a:lnTo>
                  <a:lnTo>
                    <a:pt x="268" y="70"/>
                  </a:lnTo>
                  <a:lnTo>
                    <a:pt x="268" y="70"/>
                  </a:lnTo>
                  <a:lnTo>
                    <a:pt x="304" y="79"/>
                  </a:lnTo>
                  <a:lnTo>
                    <a:pt x="338" y="92"/>
                  </a:lnTo>
                  <a:lnTo>
                    <a:pt x="371" y="106"/>
                  </a:lnTo>
                  <a:lnTo>
                    <a:pt x="401" y="126"/>
                  </a:lnTo>
                  <a:lnTo>
                    <a:pt x="401" y="126"/>
                  </a:lnTo>
                  <a:lnTo>
                    <a:pt x="392" y="108"/>
                  </a:lnTo>
                  <a:lnTo>
                    <a:pt x="381" y="92"/>
                  </a:lnTo>
                  <a:lnTo>
                    <a:pt x="369" y="77"/>
                  </a:lnTo>
                  <a:lnTo>
                    <a:pt x="356" y="63"/>
                  </a:lnTo>
                  <a:lnTo>
                    <a:pt x="342" y="51"/>
                  </a:lnTo>
                  <a:lnTo>
                    <a:pt x="326" y="38"/>
                  </a:lnTo>
                  <a:lnTo>
                    <a:pt x="309" y="27"/>
                  </a:lnTo>
                  <a:lnTo>
                    <a:pt x="291" y="18"/>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928"/>
            <p:cNvSpPr>
              <a:spLocks/>
            </p:cNvSpPr>
            <p:nvPr/>
          </p:nvSpPr>
          <p:spPr bwMode="auto">
            <a:xfrm>
              <a:off x="9209087" y="2198688"/>
              <a:ext cx="157163" cy="100013"/>
            </a:xfrm>
            <a:custGeom>
              <a:avLst/>
              <a:gdLst>
                <a:gd name="T0" fmla="*/ 200 w 200"/>
                <a:gd name="T1" fmla="*/ 0 h 126"/>
                <a:gd name="T2" fmla="*/ 200 w 200"/>
                <a:gd name="T3" fmla="*/ 0 h 126"/>
                <a:gd name="T4" fmla="*/ 184 w 200"/>
                <a:gd name="T5" fmla="*/ 0 h 126"/>
                <a:gd name="T6" fmla="*/ 167 w 200"/>
                <a:gd name="T7" fmla="*/ 2 h 126"/>
                <a:gd name="T8" fmla="*/ 153 w 200"/>
                <a:gd name="T9" fmla="*/ 6 h 126"/>
                <a:gd name="T10" fmla="*/ 137 w 200"/>
                <a:gd name="T11" fmla="*/ 9 h 126"/>
                <a:gd name="T12" fmla="*/ 122 w 200"/>
                <a:gd name="T13" fmla="*/ 15 h 126"/>
                <a:gd name="T14" fmla="*/ 108 w 200"/>
                <a:gd name="T15" fmla="*/ 20 h 126"/>
                <a:gd name="T16" fmla="*/ 81 w 200"/>
                <a:gd name="T17" fmla="*/ 34 h 126"/>
                <a:gd name="T18" fmla="*/ 56 w 200"/>
                <a:gd name="T19" fmla="*/ 52 h 126"/>
                <a:gd name="T20" fmla="*/ 34 w 200"/>
                <a:gd name="T21" fmla="*/ 74 h 126"/>
                <a:gd name="T22" fmla="*/ 15 w 200"/>
                <a:gd name="T23" fmla="*/ 99 h 126"/>
                <a:gd name="T24" fmla="*/ 7 w 200"/>
                <a:gd name="T25" fmla="*/ 112 h 126"/>
                <a:gd name="T26" fmla="*/ 0 w 200"/>
                <a:gd name="T27" fmla="*/ 126 h 126"/>
                <a:gd name="T28" fmla="*/ 0 w 200"/>
                <a:gd name="T29" fmla="*/ 126 h 126"/>
                <a:gd name="T30" fmla="*/ 22 w 200"/>
                <a:gd name="T31" fmla="*/ 112 h 126"/>
                <a:gd name="T32" fmla="*/ 45 w 200"/>
                <a:gd name="T33" fmla="*/ 99 h 126"/>
                <a:gd name="T34" fmla="*/ 69 w 200"/>
                <a:gd name="T35" fmla="*/ 88 h 126"/>
                <a:gd name="T36" fmla="*/ 94 w 200"/>
                <a:gd name="T37" fmla="*/ 81 h 126"/>
                <a:gd name="T38" fmla="*/ 119 w 200"/>
                <a:gd name="T39" fmla="*/ 74 h 126"/>
                <a:gd name="T40" fmla="*/ 146 w 200"/>
                <a:gd name="T41" fmla="*/ 68 h 126"/>
                <a:gd name="T42" fmla="*/ 173 w 200"/>
                <a:gd name="T43" fmla="*/ 65 h 126"/>
                <a:gd name="T44" fmla="*/ 200 w 200"/>
                <a:gd name="T45" fmla="*/ 65 h 126"/>
                <a:gd name="T46" fmla="*/ 200 w 200"/>
                <a:gd name="T47" fmla="*/ 65 h 126"/>
                <a:gd name="T48" fmla="*/ 200 w 200"/>
                <a:gd name="T49"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0" h="126">
                  <a:moveTo>
                    <a:pt x="200" y="0"/>
                  </a:moveTo>
                  <a:lnTo>
                    <a:pt x="200" y="0"/>
                  </a:lnTo>
                  <a:lnTo>
                    <a:pt x="184" y="0"/>
                  </a:lnTo>
                  <a:lnTo>
                    <a:pt x="167" y="2"/>
                  </a:lnTo>
                  <a:lnTo>
                    <a:pt x="153" y="6"/>
                  </a:lnTo>
                  <a:lnTo>
                    <a:pt x="137" y="9"/>
                  </a:lnTo>
                  <a:lnTo>
                    <a:pt x="122" y="15"/>
                  </a:lnTo>
                  <a:lnTo>
                    <a:pt x="108" y="20"/>
                  </a:lnTo>
                  <a:lnTo>
                    <a:pt x="81" y="34"/>
                  </a:lnTo>
                  <a:lnTo>
                    <a:pt x="56" y="52"/>
                  </a:lnTo>
                  <a:lnTo>
                    <a:pt x="34" y="74"/>
                  </a:lnTo>
                  <a:lnTo>
                    <a:pt x="15" y="99"/>
                  </a:lnTo>
                  <a:lnTo>
                    <a:pt x="7" y="112"/>
                  </a:lnTo>
                  <a:lnTo>
                    <a:pt x="0" y="126"/>
                  </a:lnTo>
                  <a:lnTo>
                    <a:pt x="0" y="126"/>
                  </a:lnTo>
                  <a:lnTo>
                    <a:pt x="22" y="112"/>
                  </a:lnTo>
                  <a:lnTo>
                    <a:pt x="45" y="99"/>
                  </a:lnTo>
                  <a:lnTo>
                    <a:pt x="69" y="88"/>
                  </a:lnTo>
                  <a:lnTo>
                    <a:pt x="94" y="81"/>
                  </a:lnTo>
                  <a:lnTo>
                    <a:pt x="119" y="74"/>
                  </a:lnTo>
                  <a:lnTo>
                    <a:pt x="146" y="68"/>
                  </a:lnTo>
                  <a:lnTo>
                    <a:pt x="173" y="65"/>
                  </a:lnTo>
                  <a:lnTo>
                    <a:pt x="200" y="65"/>
                  </a:lnTo>
                  <a:lnTo>
                    <a:pt x="200" y="65"/>
                  </a:lnTo>
                  <a:lnTo>
                    <a:pt x="20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929"/>
            <p:cNvSpPr>
              <a:spLocks/>
            </p:cNvSpPr>
            <p:nvPr/>
          </p:nvSpPr>
          <p:spPr bwMode="auto">
            <a:xfrm>
              <a:off x="9421812" y="2212975"/>
              <a:ext cx="104775" cy="85725"/>
            </a:xfrm>
            <a:custGeom>
              <a:avLst/>
              <a:gdLst>
                <a:gd name="T0" fmla="*/ 23 w 133"/>
                <a:gd name="T1" fmla="*/ 0 h 108"/>
                <a:gd name="T2" fmla="*/ 23 w 133"/>
                <a:gd name="T3" fmla="*/ 0 h 108"/>
                <a:gd name="T4" fmla="*/ 0 w 133"/>
                <a:gd name="T5" fmla="*/ 52 h 108"/>
                <a:gd name="T6" fmla="*/ 0 w 133"/>
                <a:gd name="T7" fmla="*/ 52 h 108"/>
                <a:gd name="T8" fmla="*/ 36 w 133"/>
                <a:gd name="T9" fmla="*/ 61 h 108"/>
                <a:gd name="T10" fmla="*/ 70 w 133"/>
                <a:gd name="T11" fmla="*/ 74 h 108"/>
                <a:gd name="T12" fmla="*/ 103 w 133"/>
                <a:gd name="T13" fmla="*/ 88 h 108"/>
                <a:gd name="T14" fmla="*/ 133 w 133"/>
                <a:gd name="T15" fmla="*/ 108 h 108"/>
                <a:gd name="T16" fmla="*/ 133 w 133"/>
                <a:gd name="T17" fmla="*/ 108 h 108"/>
                <a:gd name="T18" fmla="*/ 124 w 133"/>
                <a:gd name="T19" fmla="*/ 90 h 108"/>
                <a:gd name="T20" fmla="*/ 113 w 133"/>
                <a:gd name="T21" fmla="*/ 74 h 108"/>
                <a:gd name="T22" fmla="*/ 101 w 133"/>
                <a:gd name="T23" fmla="*/ 59 h 108"/>
                <a:gd name="T24" fmla="*/ 88 w 133"/>
                <a:gd name="T25" fmla="*/ 45 h 108"/>
                <a:gd name="T26" fmla="*/ 74 w 133"/>
                <a:gd name="T27" fmla="*/ 33 h 108"/>
                <a:gd name="T28" fmla="*/ 58 w 133"/>
                <a:gd name="T29" fmla="*/ 20 h 108"/>
                <a:gd name="T30" fmla="*/ 41 w 133"/>
                <a:gd name="T31" fmla="*/ 9 h 108"/>
                <a:gd name="T32" fmla="*/ 23 w 133"/>
                <a:gd name="T33"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3" h="108">
                  <a:moveTo>
                    <a:pt x="23" y="0"/>
                  </a:moveTo>
                  <a:lnTo>
                    <a:pt x="23" y="0"/>
                  </a:lnTo>
                  <a:lnTo>
                    <a:pt x="0" y="52"/>
                  </a:lnTo>
                  <a:lnTo>
                    <a:pt x="0" y="52"/>
                  </a:lnTo>
                  <a:lnTo>
                    <a:pt x="36" y="61"/>
                  </a:lnTo>
                  <a:lnTo>
                    <a:pt x="70" y="74"/>
                  </a:lnTo>
                  <a:lnTo>
                    <a:pt x="103" y="88"/>
                  </a:lnTo>
                  <a:lnTo>
                    <a:pt x="133" y="108"/>
                  </a:lnTo>
                  <a:lnTo>
                    <a:pt x="133" y="108"/>
                  </a:lnTo>
                  <a:lnTo>
                    <a:pt x="124" y="90"/>
                  </a:lnTo>
                  <a:lnTo>
                    <a:pt x="113" y="74"/>
                  </a:lnTo>
                  <a:lnTo>
                    <a:pt x="101" y="59"/>
                  </a:lnTo>
                  <a:lnTo>
                    <a:pt x="88" y="45"/>
                  </a:lnTo>
                  <a:lnTo>
                    <a:pt x="74" y="33"/>
                  </a:lnTo>
                  <a:lnTo>
                    <a:pt x="58" y="20"/>
                  </a:lnTo>
                  <a:lnTo>
                    <a:pt x="41" y="9"/>
                  </a:lnTo>
                  <a:lnTo>
                    <a:pt x="2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930"/>
            <p:cNvSpPr>
              <a:spLocks/>
            </p:cNvSpPr>
            <p:nvPr/>
          </p:nvSpPr>
          <p:spPr bwMode="auto">
            <a:xfrm>
              <a:off x="9366250" y="2198688"/>
              <a:ext cx="73025" cy="55563"/>
            </a:xfrm>
            <a:custGeom>
              <a:avLst/>
              <a:gdLst>
                <a:gd name="T0" fmla="*/ 0 w 91"/>
                <a:gd name="T1" fmla="*/ 0 h 70"/>
                <a:gd name="T2" fmla="*/ 0 w 91"/>
                <a:gd name="T3" fmla="*/ 0 h 70"/>
                <a:gd name="T4" fmla="*/ 0 w 91"/>
                <a:gd name="T5" fmla="*/ 0 h 70"/>
                <a:gd name="T6" fmla="*/ 0 w 91"/>
                <a:gd name="T7" fmla="*/ 65 h 70"/>
                <a:gd name="T8" fmla="*/ 0 w 91"/>
                <a:gd name="T9" fmla="*/ 65 h 70"/>
                <a:gd name="T10" fmla="*/ 34 w 91"/>
                <a:gd name="T11" fmla="*/ 67 h 70"/>
                <a:gd name="T12" fmla="*/ 68 w 91"/>
                <a:gd name="T13" fmla="*/ 70 h 70"/>
                <a:gd name="T14" fmla="*/ 68 w 91"/>
                <a:gd name="T15" fmla="*/ 70 h 70"/>
                <a:gd name="T16" fmla="*/ 91 w 91"/>
                <a:gd name="T17" fmla="*/ 18 h 70"/>
                <a:gd name="T18" fmla="*/ 91 w 91"/>
                <a:gd name="T19" fmla="*/ 18 h 70"/>
                <a:gd name="T20" fmla="*/ 70 w 91"/>
                <a:gd name="T21" fmla="*/ 11 h 70"/>
                <a:gd name="T22" fmla="*/ 48 w 91"/>
                <a:gd name="T23" fmla="*/ 4 h 70"/>
                <a:gd name="T24" fmla="*/ 25 w 91"/>
                <a:gd name="T25" fmla="*/ 0 h 70"/>
                <a:gd name="T26" fmla="*/ 0 w 91"/>
                <a:gd name="T2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 h="70">
                  <a:moveTo>
                    <a:pt x="0" y="0"/>
                  </a:moveTo>
                  <a:lnTo>
                    <a:pt x="0" y="0"/>
                  </a:lnTo>
                  <a:lnTo>
                    <a:pt x="0" y="0"/>
                  </a:lnTo>
                  <a:lnTo>
                    <a:pt x="0" y="65"/>
                  </a:lnTo>
                  <a:lnTo>
                    <a:pt x="0" y="65"/>
                  </a:lnTo>
                  <a:lnTo>
                    <a:pt x="34" y="67"/>
                  </a:lnTo>
                  <a:lnTo>
                    <a:pt x="68" y="70"/>
                  </a:lnTo>
                  <a:lnTo>
                    <a:pt x="68" y="70"/>
                  </a:lnTo>
                  <a:lnTo>
                    <a:pt x="91" y="18"/>
                  </a:lnTo>
                  <a:lnTo>
                    <a:pt x="91" y="18"/>
                  </a:lnTo>
                  <a:lnTo>
                    <a:pt x="70" y="11"/>
                  </a:lnTo>
                  <a:lnTo>
                    <a:pt x="48" y="4"/>
                  </a:lnTo>
                  <a:lnTo>
                    <a:pt x="25" y="0"/>
                  </a:lnTo>
                  <a:lnTo>
                    <a:pt x="0" y="0"/>
                  </a:lnTo>
                  <a:close/>
                </a:path>
              </a:pathLst>
            </a:custGeom>
            <a:solidFill>
              <a:srgbClr val="4AC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931"/>
            <p:cNvSpPr>
              <a:spLocks/>
            </p:cNvSpPr>
            <p:nvPr/>
          </p:nvSpPr>
          <p:spPr bwMode="auto">
            <a:xfrm>
              <a:off x="9366250" y="2198688"/>
              <a:ext cx="73025" cy="55563"/>
            </a:xfrm>
            <a:custGeom>
              <a:avLst/>
              <a:gdLst>
                <a:gd name="T0" fmla="*/ 0 w 91"/>
                <a:gd name="T1" fmla="*/ 0 h 70"/>
                <a:gd name="T2" fmla="*/ 0 w 91"/>
                <a:gd name="T3" fmla="*/ 0 h 70"/>
                <a:gd name="T4" fmla="*/ 0 w 91"/>
                <a:gd name="T5" fmla="*/ 0 h 70"/>
                <a:gd name="T6" fmla="*/ 0 w 91"/>
                <a:gd name="T7" fmla="*/ 65 h 70"/>
                <a:gd name="T8" fmla="*/ 0 w 91"/>
                <a:gd name="T9" fmla="*/ 65 h 70"/>
                <a:gd name="T10" fmla="*/ 34 w 91"/>
                <a:gd name="T11" fmla="*/ 67 h 70"/>
                <a:gd name="T12" fmla="*/ 68 w 91"/>
                <a:gd name="T13" fmla="*/ 70 h 70"/>
                <a:gd name="T14" fmla="*/ 68 w 91"/>
                <a:gd name="T15" fmla="*/ 70 h 70"/>
                <a:gd name="T16" fmla="*/ 91 w 91"/>
                <a:gd name="T17" fmla="*/ 18 h 70"/>
                <a:gd name="T18" fmla="*/ 91 w 91"/>
                <a:gd name="T19" fmla="*/ 18 h 70"/>
                <a:gd name="T20" fmla="*/ 70 w 91"/>
                <a:gd name="T21" fmla="*/ 11 h 70"/>
                <a:gd name="T22" fmla="*/ 48 w 91"/>
                <a:gd name="T23" fmla="*/ 4 h 70"/>
                <a:gd name="T24" fmla="*/ 25 w 91"/>
                <a:gd name="T25" fmla="*/ 0 h 70"/>
                <a:gd name="T26" fmla="*/ 0 w 91"/>
                <a:gd name="T2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 h="70">
                  <a:moveTo>
                    <a:pt x="0" y="0"/>
                  </a:moveTo>
                  <a:lnTo>
                    <a:pt x="0" y="0"/>
                  </a:lnTo>
                  <a:lnTo>
                    <a:pt x="0" y="0"/>
                  </a:lnTo>
                  <a:lnTo>
                    <a:pt x="0" y="65"/>
                  </a:lnTo>
                  <a:lnTo>
                    <a:pt x="0" y="65"/>
                  </a:lnTo>
                  <a:lnTo>
                    <a:pt x="34" y="67"/>
                  </a:lnTo>
                  <a:lnTo>
                    <a:pt x="68" y="70"/>
                  </a:lnTo>
                  <a:lnTo>
                    <a:pt x="68" y="70"/>
                  </a:lnTo>
                  <a:lnTo>
                    <a:pt x="91" y="18"/>
                  </a:lnTo>
                  <a:lnTo>
                    <a:pt x="91" y="18"/>
                  </a:lnTo>
                  <a:lnTo>
                    <a:pt x="70" y="11"/>
                  </a:lnTo>
                  <a:lnTo>
                    <a:pt x="48" y="4"/>
                  </a:lnTo>
                  <a:lnTo>
                    <a:pt x="25"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932"/>
            <p:cNvSpPr>
              <a:spLocks/>
            </p:cNvSpPr>
            <p:nvPr/>
          </p:nvSpPr>
          <p:spPr bwMode="auto">
            <a:xfrm>
              <a:off x="9364662" y="2198688"/>
              <a:ext cx="4763" cy="47625"/>
            </a:xfrm>
            <a:custGeom>
              <a:avLst/>
              <a:gdLst>
                <a:gd name="T0" fmla="*/ 2 w 5"/>
                <a:gd name="T1" fmla="*/ 59 h 59"/>
                <a:gd name="T2" fmla="*/ 2 w 5"/>
                <a:gd name="T3" fmla="*/ 59 h 59"/>
                <a:gd name="T4" fmla="*/ 2 w 5"/>
                <a:gd name="T5" fmla="*/ 59 h 59"/>
                <a:gd name="T6" fmla="*/ 0 w 5"/>
                <a:gd name="T7" fmla="*/ 57 h 59"/>
                <a:gd name="T8" fmla="*/ 0 w 5"/>
                <a:gd name="T9" fmla="*/ 57 h 59"/>
                <a:gd name="T10" fmla="*/ 0 w 5"/>
                <a:gd name="T11" fmla="*/ 2 h 59"/>
                <a:gd name="T12" fmla="*/ 0 w 5"/>
                <a:gd name="T13" fmla="*/ 2 h 59"/>
                <a:gd name="T14" fmla="*/ 2 w 5"/>
                <a:gd name="T15" fmla="*/ 0 h 59"/>
                <a:gd name="T16" fmla="*/ 2 w 5"/>
                <a:gd name="T17" fmla="*/ 0 h 59"/>
                <a:gd name="T18" fmla="*/ 2 w 5"/>
                <a:gd name="T19" fmla="*/ 0 h 59"/>
                <a:gd name="T20" fmla="*/ 5 w 5"/>
                <a:gd name="T21" fmla="*/ 0 h 59"/>
                <a:gd name="T22" fmla="*/ 5 w 5"/>
                <a:gd name="T23" fmla="*/ 2 h 59"/>
                <a:gd name="T24" fmla="*/ 5 w 5"/>
                <a:gd name="T25" fmla="*/ 2 h 59"/>
                <a:gd name="T26" fmla="*/ 5 w 5"/>
                <a:gd name="T27" fmla="*/ 57 h 59"/>
                <a:gd name="T28" fmla="*/ 5 w 5"/>
                <a:gd name="T29" fmla="*/ 57 h 59"/>
                <a:gd name="T30" fmla="*/ 5 w 5"/>
                <a:gd name="T31" fmla="*/ 59 h 59"/>
                <a:gd name="T32" fmla="*/ 2 w 5"/>
                <a:gd name="T33" fmla="*/ 59 h 59"/>
                <a:gd name="T34" fmla="*/ 2 w 5"/>
                <a:gd name="T3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 h="59">
                  <a:moveTo>
                    <a:pt x="2" y="59"/>
                  </a:moveTo>
                  <a:lnTo>
                    <a:pt x="2" y="59"/>
                  </a:lnTo>
                  <a:lnTo>
                    <a:pt x="2" y="59"/>
                  </a:lnTo>
                  <a:lnTo>
                    <a:pt x="0" y="57"/>
                  </a:lnTo>
                  <a:lnTo>
                    <a:pt x="0" y="57"/>
                  </a:lnTo>
                  <a:lnTo>
                    <a:pt x="0" y="2"/>
                  </a:lnTo>
                  <a:lnTo>
                    <a:pt x="0" y="2"/>
                  </a:lnTo>
                  <a:lnTo>
                    <a:pt x="2" y="0"/>
                  </a:lnTo>
                  <a:lnTo>
                    <a:pt x="2" y="0"/>
                  </a:lnTo>
                  <a:lnTo>
                    <a:pt x="2" y="0"/>
                  </a:lnTo>
                  <a:lnTo>
                    <a:pt x="5" y="0"/>
                  </a:lnTo>
                  <a:lnTo>
                    <a:pt x="5" y="2"/>
                  </a:lnTo>
                  <a:lnTo>
                    <a:pt x="5" y="2"/>
                  </a:lnTo>
                  <a:lnTo>
                    <a:pt x="5" y="57"/>
                  </a:lnTo>
                  <a:lnTo>
                    <a:pt x="5" y="57"/>
                  </a:lnTo>
                  <a:lnTo>
                    <a:pt x="5" y="59"/>
                  </a:lnTo>
                  <a:lnTo>
                    <a:pt x="2" y="59"/>
                  </a:lnTo>
                  <a:lnTo>
                    <a:pt x="2" y="59"/>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Freeform 933"/>
            <p:cNvSpPr>
              <a:spLocks/>
            </p:cNvSpPr>
            <p:nvPr/>
          </p:nvSpPr>
          <p:spPr bwMode="auto">
            <a:xfrm>
              <a:off x="9364662" y="2498725"/>
              <a:ext cx="4763" cy="49213"/>
            </a:xfrm>
            <a:custGeom>
              <a:avLst/>
              <a:gdLst>
                <a:gd name="T0" fmla="*/ 2 w 5"/>
                <a:gd name="T1" fmla="*/ 61 h 61"/>
                <a:gd name="T2" fmla="*/ 2 w 5"/>
                <a:gd name="T3" fmla="*/ 61 h 61"/>
                <a:gd name="T4" fmla="*/ 2 w 5"/>
                <a:gd name="T5" fmla="*/ 61 h 61"/>
                <a:gd name="T6" fmla="*/ 0 w 5"/>
                <a:gd name="T7" fmla="*/ 59 h 61"/>
                <a:gd name="T8" fmla="*/ 0 w 5"/>
                <a:gd name="T9" fmla="*/ 59 h 61"/>
                <a:gd name="T10" fmla="*/ 0 w 5"/>
                <a:gd name="T11" fmla="*/ 3 h 61"/>
                <a:gd name="T12" fmla="*/ 0 w 5"/>
                <a:gd name="T13" fmla="*/ 3 h 61"/>
                <a:gd name="T14" fmla="*/ 2 w 5"/>
                <a:gd name="T15" fmla="*/ 1 h 61"/>
                <a:gd name="T16" fmla="*/ 2 w 5"/>
                <a:gd name="T17" fmla="*/ 0 h 61"/>
                <a:gd name="T18" fmla="*/ 2 w 5"/>
                <a:gd name="T19" fmla="*/ 0 h 61"/>
                <a:gd name="T20" fmla="*/ 5 w 5"/>
                <a:gd name="T21" fmla="*/ 1 h 61"/>
                <a:gd name="T22" fmla="*/ 5 w 5"/>
                <a:gd name="T23" fmla="*/ 3 h 61"/>
                <a:gd name="T24" fmla="*/ 5 w 5"/>
                <a:gd name="T25" fmla="*/ 3 h 61"/>
                <a:gd name="T26" fmla="*/ 5 w 5"/>
                <a:gd name="T27" fmla="*/ 59 h 61"/>
                <a:gd name="T28" fmla="*/ 5 w 5"/>
                <a:gd name="T29" fmla="*/ 59 h 61"/>
                <a:gd name="T30" fmla="*/ 5 w 5"/>
                <a:gd name="T31" fmla="*/ 61 h 61"/>
                <a:gd name="T32" fmla="*/ 2 w 5"/>
                <a:gd name="T33" fmla="*/ 61 h 61"/>
                <a:gd name="T34" fmla="*/ 2 w 5"/>
                <a:gd name="T35" fmla="*/ 6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 h="61">
                  <a:moveTo>
                    <a:pt x="2" y="61"/>
                  </a:moveTo>
                  <a:lnTo>
                    <a:pt x="2" y="61"/>
                  </a:lnTo>
                  <a:lnTo>
                    <a:pt x="2" y="61"/>
                  </a:lnTo>
                  <a:lnTo>
                    <a:pt x="0" y="59"/>
                  </a:lnTo>
                  <a:lnTo>
                    <a:pt x="0" y="59"/>
                  </a:lnTo>
                  <a:lnTo>
                    <a:pt x="0" y="3"/>
                  </a:lnTo>
                  <a:lnTo>
                    <a:pt x="0" y="3"/>
                  </a:lnTo>
                  <a:lnTo>
                    <a:pt x="2" y="1"/>
                  </a:lnTo>
                  <a:lnTo>
                    <a:pt x="2" y="0"/>
                  </a:lnTo>
                  <a:lnTo>
                    <a:pt x="2" y="0"/>
                  </a:lnTo>
                  <a:lnTo>
                    <a:pt x="5" y="1"/>
                  </a:lnTo>
                  <a:lnTo>
                    <a:pt x="5" y="3"/>
                  </a:lnTo>
                  <a:lnTo>
                    <a:pt x="5" y="3"/>
                  </a:lnTo>
                  <a:lnTo>
                    <a:pt x="5" y="59"/>
                  </a:lnTo>
                  <a:lnTo>
                    <a:pt x="5" y="59"/>
                  </a:lnTo>
                  <a:lnTo>
                    <a:pt x="5" y="61"/>
                  </a:lnTo>
                  <a:lnTo>
                    <a:pt x="2" y="61"/>
                  </a:lnTo>
                  <a:lnTo>
                    <a:pt x="2" y="61"/>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934"/>
            <p:cNvSpPr>
              <a:spLocks/>
            </p:cNvSpPr>
            <p:nvPr/>
          </p:nvSpPr>
          <p:spPr bwMode="auto">
            <a:xfrm>
              <a:off x="9280525" y="2222500"/>
              <a:ext cx="25400" cy="42863"/>
            </a:xfrm>
            <a:custGeom>
              <a:avLst/>
              <a:gdLst>
                <a:gd name="T0" fmla="*/ 29 w 32"/>
                <a:gd name="T1" fmla="*/ 54 h 54"/>
                <a:gd name="T2" fmla="*/ 29 w 32"/>
                <a:gd name="T3" fmla="*/ 54 h 54"/>
                <a:gd name="T4" fmla="*/ 27 w 32"/>
                <a:gd name="T5" fmla="*/ 52 h 54"/>
                <a:gd name="T6" fmla="*/ 27 w 32"/>
                <a:gd name="T7" fmla="*/ 50 h 54"/>
                <a:gd name="T8" fmla="*/ 27 w 32"/>
                <a:gd name="T9" fmla="*/ 50 h 54"/>
                <a:gd name="T10" fmla="*/ 0 w 32"/>
                <a:gd name="T11" fmla="*/ 3 h 54"/>
                <a:gd name="T12" fmla="*/ 0 w 32"/>
                <a:gd name="T13" fmla="*/ 3 h 54"/>
                <a:gd name="T14" fmla="*/ 0 w 32"/>
                <a:gd name="T15" fmla="*/ 2 h 54"/>
                <a:gd name="T16" fmla="*/ 2 w 32"/>
                <a:gd name="T17" fmla="*/ 0 h 54"/>
                <a:gd name="T18" fmla="*/ 2 w 32"/>
                <a:gd name="T19" fmla="*/ 0 h 54"/>
                <a:gd name="T20" fmla="*/ 4 w 32"/>
                <a:gd name="T21" fmla="*/ 0 h 54"/>
                <a:gd name="T22" fmla="*/ 6 w 32"/>
                <a:gd name="T23" fmla="*/ 2 h 54"/>
                <a:gd name="T24" fmla="*/ 6 w 32"/>
                <a:gd name="T25" fmla="*/ 2 h 54"/>
                <a:gd name="T26" fmla="*/ 32 w 32"/>
                <a:gd name="T27" fmla="*/ 48 h 54"/>
                <a:gd name="T28" fmla="*/ 32 w 32"/>
                <a:gd name="T29" fmla="*/ 48 h 54"/>
                <a:gd name="T30" fmla="*/ 32 w 32"/>
                <a:gd name="T31" fmla="*/ 50 h 54"/>
                <a:gd name="T32" fmla="*/ 31 w 32"/>
                <a:gd name="T33" fmla="*/ 52 h 54"/>
                <a:gd name="T34" fmla="*/ 31 w 32"/>
                <a:gd name="T35" fmla="*/ 52 h 54"/>
                <a:gd name="T36" fmla="*/ 31 w 32"/>
                <a:gd name="T37" fmla="*/ 54 h 54"/>
                <a:gd name="T38" fmla="*/ 29 w 32"/>
                <a:gd name="T39" fmla="*/ 54 h 54"/>
                <a:gd name="T40" fmla="*/ 29 w 32"/>
                <a:gd name="T41"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54">
                  <a:moveTo>
                    <a:pt x="29" y="54"/>
                  </a:moveTo>
                  <a:lnTo>
                    <a:pt x="29" y="54"/>
                  </a:lnTo>
                  <a:lnTo>
                    <a:pt x="27" y="52"/>
                  </a:lnTo>
                  <a:lnTo>
                    <a:pt x="27" y="50"/>
                  </a:lnTo>
                  <a:lnTo>
                    <a:pt x="27" y="50"/>
                  </a:lnTo>
                  <a:lnTo>
                    <a:pt x="0" y="3"/>
                  </a:lnTo>
                  <a:lnTo>
                    <a:pt x="0" y="3"/>
                  </a:lnTo>
                  <a:lnTo>
                    <a:pt x="0" y="2"/>
                  </a:lnTo>
                  <a:lnTo>
                    <a:pt x="2" y="0"/>
                  </a:lnTo>
                  <a:lnTo>
                    <a:pt x="2" y="0"/>
                  </a:lnTo>
                  <a:lnTo>
                    <a:pt x="4" y="0"/>
                  </a:lnTo>
                  <a:lnTo>
                    <a:pt x="6" y="2"/>
                  </a:lnTo>
                  <a:lnTo>
                    <a:pt x="6" y="2"/>
                  </a:lnTo>
                  <a:lnTo>
                    <a:pt x="32" y="48"/>
                  </a:lnTo>
                  <a:lnTo>
                    <a:pt x="32" y="48"/>
                  </a:lnTo>
                  <a:lnTo>
                    <a:pt x="32" y="50"/>
                  </a:lnTo>
                  <a:lnTo>
                    <a:pt x="31" y="52"/>
                  </a:lnTo>
                  <a:lnTo>
                    <a:pt x="31" y="52"/>
                  </a:lnTo>
                  <a:lnTo>
                    <a:pt x="31" y="54"/>
                  </a:lnTo>
                  <a:lnTo>
                    <a:pt x="29" y="54"/>
                  </a:lnTo>
                  <a:lnTo>
                    <a:pt x="29" y="54"/>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935"/>
            <p:cNvSpPr>
              <a:spLocks/>
            </p:cNvSpPr>
            <p:nvPr/>
          </p:nvSpPr>
          <p:spPr bwMode="auto">
            <a:xfrm>
              <a:off x="9429750" y="2482850"/>
              <a:ext cx="25400" cy="41275"/>
            </a:xfrm>
            <a:custGeom>
              <a:avLst/>
              <a:gdLst>
                <a:gd name="T0" fmla="*/ 30 w 32"/>
                <a:gd name="T1" fmla="*/ 52 h 52"/>
                <a:gd name="T2" fmla="*/ 30 w 32"/>
                <a:gd name="T3" fmla="*/ 52 h 52"/>
                <a:gd name="T4" fmla="*/ 27 w 32"/>
                <a:gd name="T5" fmla="*/ 52 h 52"/>
                <a:gd name="T6" fmla="*/ 27 w 32"/>
                <a:gd name="T7" fmla="*/ 52 h 52"/>
                <a:gd name="T8" fmla="*/ 2 w 32"/>
                <a:gd name="T9" fmla="*/ 3 h 52"/>
                <a:gd name="T10" fmla="*/ 2 w 32"/>
                <a:gd name="T11" fmla="*/ 3 h 52"/>
                <a:gd name="T12" fmla="*/ 0 w 32"/>
                <a:gd name="T13" fmla="*/ 2 h 52"/>
                <a:gd name="T14" fmla="*/ 2 w 32"/>
                <a:gd name="T15" fmla="*/ 0 h 52"/>
                <a:gd name="T16" fmla="*/ 2 w 32"/>
                <a:gd name="T17" fmla="*/ 0 h 52"/>
                <a:gd name="T18" fmla="*/ 3 w 32"/>
                <a:gd name="T19" fmla="*/ 0 h 52"/>
                <a:gd name="T20" fmla="*/ 5 w 32"/>
                <a:gd name="T21" fmla="*/ 2 h 52"/>
                <a:gd name="T22" fmla="*/ 5 w 32"/>
                <a:gd name="T23" fmla="*/ 2 h 52"/>
                <a:gd name="T24" fmla="*/ 32 w 32"/>
                <a:gd name="T25" fmla="*/ 48 h 52"/>
                <a:gd name="T26" fmla="*/ 32 w 32"/>
                <a:gd name="T27" fmla="*/ 48 h 52"/>
                <a:gd name="T28" fmla="*/ 32 w 32"/>
                <a:gd name="T29" fmla="*/ 50 h 52"/>
                <a:gd name="T30" fmla="*/ 30 w 32"/>
                <a:gd name="T31" fmla="*/ 52 h 52"/>
                <a:gd name="T32" fmla="*/ 30 w 32"/>
                <a:gd name="T33" fmla="*/ 52 h 52"/>
                <a:gd name="T34" fmla="*/ 30 w 32"/>
                <a:gd name="T35" fmla="*/ 52 h 52"/>
                <a:gd name="T36" fmla="*/ 30 w 32"/>
                <a:gd name="T37" fmla="*/ 52 h 52"/>
                <a:gd name="T38" fmla="*/ 30 w 32"/>
                <a:gd name="T3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52">
                  <a:moveTo>
                    <a:pt x="30" y="52"/>
                  </a:moveTo>
                  <a:lnTo>
                    <a:pt x="30" y="52"/>
                  </a:lnTo>
                  <a:lnTo>
                    <a:pt x="27" y="52"/>
                  </a:lnTo>
                  <a:lnTo>
                    <a:pt x="27" y="52"/>
                  </a:lnTo>
                  <a:lnTo>
                    <a:pt x="2" y="3"/>
                  </a:lnTo>
                  <a:lnTo>
                    <a:pt x="2" y="3"/>
                  </a:lnTo>
                  <a:lnTo>
                    <a:pt x="0" y="2"/>
                  </a:lnTo>
                  <a:lnTo>
                    <a:pt x="2" y="0"/>
                  </a:lnTo>
                  <a:lnTo>
                    <a:pt x="2" y="0"/>
                  </a:lnTo>
                  <a:lnTo>
                    <a:pt x="3" y="0"/>
                  </a:lnTo>
                  <a:lnTo>
                    <a:pt x="5" y="2"/>
                  </a:lnTo>
                  <a:lnTo>
                    <a:pt x="5" y="2"/>
                  </a:lnTo>
                  <a:lnTo>
                    <a:pt x="32" y="48"/>
                  </a:lnTo>
                  <a:lnTo>
                    <a:pt x="32" y="48"/>
                  </a:lnTo>
                  <a:lnTo>
                    <a:pt x="32" y="50"/>
                  </a:lnTo>
                  <a:lnTo>
                    <a:pt x="30" y="52"/>
                  </a:lnTo>
                  <a:lnTo>
                    <a:pt x="30" y="52"/>
                  </a:lnTo>
                  <a:lnTo>
                    <a:pt x="30" y="52"/>
                  </a:lnTo>
                  <a:lnTo>
                    <a:pt x="30" y="52"/>
                  </a:lnTo>
                  <a:lnTo>
                    <a:pt x="30" y="52"/>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936"/>
            <p:cNvSpPr>
              <a:spLocks/>
            </p:cNvSpPr>
            <p:nvPr/>
          </p:nvSpPr>
          <p:spPr bwMode="auto">
            <a:xfrm>
              <a:off x="9215437" y="2284413"/>
              <a:ext cx="42863" cy="26988"/>
            </a:xfrm>
            <a:custGeom>
              <a:avLst/>
              <a:gdLst>
                <a:gd name="T0" fmla="*/ 51 w 54"/>
                <a:gd name="T1" fmla="*/ 34 h 34"/>
                <a:gd name="T2" fmla="*/ 51 w 54"/>
                <a:gd name="T3" fmla="*/ 34 h 34"/>
                <a:gd name="T4" fmla="*/ 51 w 54"/>
                <a:gd name="T5" fmla="*/ 34 h 34"/>
                <a:gd name="T6" fmla="*/ 51 w 54"/>
                <a:gd name="T7" fmla="*/ 32 h 34"/>
                <a:gd name="T8" fmla="*/ 51 w 54"/>
                <a:gd name="T9" fmla="*/ 32 h 34"/>
                <a:gd name="T10" fmla="*/ 2 w 54"/>
                <a:gd name="T11" fmla="*/ 5 h 34"/>
                <a:gd name="T12" fmla="*/ 2 w 54"/>
                <a:gd name="T13" fmla="*/ 5 h 34"/>
                <a:gd name="T14" fmla="*/ 0 w 54"/>
                <a:gd name="T15" fmla="*/ 3 h 34"/>
                <a:gd name="T16" fmla="*/ 2 w 54"/>
                <a:gd name="T17" fmla="*/ 2 h 34"/>
                <a:gd name="T18" fmla="*/ 2 w 54"/>
                <a:gd name="T19" fmla="*/ 2 h 34"/>
                <a:gd name="T20" fmla="*/ 4 w 54"/>
                <a:gd name="T21" fmla="*/ 0 h 34"/>
                <a:gd name="T22" fmla="*/ 6 w 54"/>
                <a:gd name="T23" fmla="*/ 0 h 34"/>
                <a:gd name="T24" fmla="*/ 6 w 54"/>
                <a:gd name="T25" fmla="*/ 0 h 34"/>
                <a:gd name="T26" fmla="*/ 52 w 54"/>
                <a:gd name="T27" fmla="*/ 27 h 34"/>
                <a:gd name="T28" fmla="*/ 52 w 54"/>
                <a:gd name="T29" fmla="*/ 27 h 34"/>
                <a:gd name="T30" fmla="*/ 54 w 54"/>
                <a:gd name="T31" fmla="*/ 29 h 34"/>
                <a:gd name="T32" fmla="*/ 54 w 54"/>
                <a:gd name="T33" fmla="*/ 30 h 34"/>
                <a:gd name="T34" fmla="*/ 54 w 54"/>
                <a:gd name="T35" fmla="*/ 30 h 34"/>
                <a:gd name="T36" fmla="*/ 52 w 54"/>
                <a:gd name="T37" fmla="*/ 32 h 34"/>
                <a:gd name="T38" fmla="*/ 51 w 54"/>
                <a:gd name="T39" fmla="*/ 34 h 34"/>
                <a:gd name="T40" fmla="*/ 51 w 54"/>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 h="34">
                  <a:moveTo>
                    <a:pt x="51" y="34"/>
                  </a:moveTo>
                  <a:lnTo>
                    <a:pt x="51" y="34"/>
                  </a:lnTo>
                  <a:lnTo>
                    <a:pt x="51" y="34"/>
                  </a:lnTo>
                  <a:lnTo>
                    <a:pt x="51" y="32"/>
                  </a:lnTo>
                  <a:lnTo>
                    <a:pt x="51" y="32"/>
                  </a:lnTo>
                  <a:lnTo>
                    <a:pt x="2" y="5"/>
                  </a:lnTo>
                  <a:lnTo>
                    <a:pt x="2" y="5"/>
                  </a:lnTo>
                  <a:lnTo>
                    <a:pt x="0" y="3"/>
                  </a:lnTo>
                  <a:lnTo>
                    <a:pt x="2" y="2"/>
                  </a:lnTo>
                  <a:lnTo>
                    <a:pt x="2" y="2"/>
                  </a:lnTo>
                  <a:lnTo>
                    <a:pt x="4" y="0"/>
                  </a:lnTo>
                  <a:lnTo>
                    <a:pt x="6" y="0"/>
                  </a:lnTo>
                  <a:lnTo>
                    <a:pt x="6" y="0"/>
                  </a:lnTo>
                  <a:lnTo>
                    <a:pt x="52" y="27"/>
                  </a:lnTo>
                  <a:lnTo>
                    <a:pt x="52" y="27"/>
                  </a:lnTo>
                  <a:lnTo>
                    <a:pt x="54" y="29"/>
                  </a:lnTo>
                  <a:lnTo>
                    <a:pt x="54" y="30"/>
                  </a:lnTo>
                  <a:lnTo>
                    <a:pt x="54" y="30"/>
                  </a:lnTo>
                  <a:lnTo>
                    <a:pt x="52" y="32"/>
                  </a:lnTo>
                  <a:lnTo>
                    <a:pt x="51" y="34"/>
                  </a:lnTo>
                  <a:lnTo>
                    <a:pt x="51" y="34"/>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937"/>
            <p:cNvSpPr>
              <a:spLocks/>
            </p:cNvSpPr>
            <p:nvPr/>
          </p:nvSpPr>
          <p:spPr bwMode="auto">
            <a:xfrm>
              <a:off x="9477375" y="2436813"/>
              <a:ext cx="41275" cy="25400"/>
            </a:xfrm>
            <a:custGeom>
              <a:avLst/>
              <a:gdLst>
                <a:gd name="T0" fmla="*/ 51 w 52"/>
                <a:gd name="T1" fmla="*/ 33 h 33"/>
                <a:gd name="T2" fmla="*/ 51 w 52"/>
                <a:gd name="T3" fmla="*/ 33 h 33"/>
                <a:gd name="T4" fmla="*/ 51 w 52"/>
                <a:gd name="T5" fmla="*/ 33 h 33"/>
                <a:gd name="T6" fmla="*/ 49 w 52"/>
                <a:gd name="T7" fmla="*/ 31 h 33"/>
                <a:gd name="T8" fmla="*/ 49 w 52"/>
                <a:gd name="T9" fmla="*/ 31 h 33"/>
                <a:gd name="T10" fmla="*/ 2 w 52"/>
                <a:gd name="T11" fmla="*/ 4 h 33"/>
                <a:gd name="T12" fmla="*/ 2 w 52"/>
                <a:gd name="T13" fmla="*/ 4 h 33"/>
                <a:gd name="T14" fmla="*/ 0 w 52"/>
                <a:gd name="T15" fmla="*/ 4 h 33"/>
                <a:gd name="T16" fmla="*/ 0 w 52"/>
                <a:gd name="T17" fmla="*/ 2 h 33"/>
                <a:gd name="T18" fmla="*/ 0 w 52"/>
                <a:gd name="T19" fmla="*/ 2 h 33"/>
                <a:gd name="T20" fmla="*/ 2 w 52"/>
                <a:gd name="T21" fmla="*/ 0 h 33"/>
                <a:gd name="T22" fmla="*/ 4 w 52"/>
                <a:gd name="T23" fmla="*/ 0 h 33"/>
                <a:gd name="T24" fmla="*/ 4 w 52"/>
                <a:gd name="T25" fmla="*/ 0 h 33"/>
                <a:gd name="T26" fmla="*/ 52 w 52"/>
                <a:gd name="T27" fmla="*/ 27 h 33"/>
                <a:gd name="T28" fmla="*/ 52 w 52"/>
                <a:gd name="T29" fmla="*/ 27 h 33"/>
                <a:gd name="T30" fmla="*/ 52 w 52"/>
                <a:gd name="T31" fmla="*/ 29 h 33"/>
                <a:gd name="T32" fmla="*/ 52 w 52"/>
                <a:gd name="T33" fmla="*/ 31 h 33"/>
                <a:gd name="T34" fmla="*/ 52 w 52"/>
                <a:gd name="T35" fmla="*/ 31 h 33"/>
                <a:gd name="T36" fmla="*/ 52 w 52"/>
                <a:gd name="T37" fmla="*/ 33 h 33"/>
                <a:gd name="T38" fmla="*/ 51 w 52"/>
                <a:gd name="T39" fmla="*/ 33 h 33"/>
                <a:gd name="T40" fmla="*/ 51 w 52"/>
                <a:gd name="T41"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33">
                  <a:moveTo>
                    <a:pt x="51" y="33"/>
                  </a:moveTo>
                  <a:lnTo>
                    <a:pt x="51" y="33"/>
                  </a:lnTo>
                  <a:lnTo>
                    <a:pt x="51" y="33"/>
                  </a:lnTo>
                  <a:lnTo>
                    <a:pt x="49" y="31"/>
                  </a:lnTo>
                  <a:lnTo>
                    <a:pt x="49" y="31"/>
                  </a:lnTo>
                  <a:lnTo>
                    <a:pt x="2" y="4"/>
                  </a:lnTo>
                  <a:lnTo>
                    <a:pt x="2" y="4"/>
                  </a:lnTo>
                  <a:lnTo>
                    <a:pt x="0" y="4"/>
                  </a:lnTo>
                  <a:lnTo>
                    <a:pt x="0" y="2"/>
                  </a:lnTo>
                  <a:lnTo>
                    <a:pt x="0" y="2"/>
                  </a:lnTo>
                  <a:lnTo>
                    <a:pt x="2" y="0"/>
                  </a:lnTo>
                  <a:lnTo>
                    <a:pt x="4" y="0"/>
                  </a:lnTo>
                  <a:lnTo>
                    <a:pt x="4" y="0"/>
                  </a:lnTo>
                  <a:lnTo>
                    <a:pt x="52" y="27"/>
                  </a:lnTo>
                  <a:lnTo>
                    <a:pt x="52" y="27"/>
                  </a:lnTo>
                  <a:lnTo>
                    <a:pt x="52" y="29"/>
                  </a:lnTo>
                  <a:lnTo>
                    <a:pt x="52" y="31"/>
                  </a:lnTo>
                  <a:lnTo>
                    <a:pt x="52" y="31"/>
                  </a:lnTo>
                  <a:lnTo>
                    <a:pt x="52" y="33"/>
                  </a:lnTo>
                  <a:lnTo>
                    <a:pt x="51" y="33"/>
                  </a:lnTo>
                  <a:lnTo>
                    <a:pt x="51" y="33"/>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938"/>
            <p:cNvSpPr>
              <a:spLocks/>
            </p:cNvSpPr>
            <p:nvPr/>
          </p:nvSpPr>
          <p:spPr bwMode="auto">
            <a:xfrm>
              <a:off x="9493250" y="2371725"/>
              <a:ext cx="49213" cy="4763"/>
            </a:xfrm>
            <a:custGeom>
              <a:avLst/>
              <a:gdLst>
                <a:gd name="T0" fmla="*/ 59 w 61"/>
                <a:gd name="T1" fmla="*/ 5 h 5"/>
                <a:gd name="T2" fmla="*/ 59 w 61"/>
                <a:gd name="T3" fmla="*/ 5 h 5"/>
                <a:gd name="T4" fmla="*/ 2 w 61"/>
                <a:gd name="T5" fmla="*/ 5 h 5"/>
                <a:gd name="T6" fmla="*/ 2 w 61"/>
                <a:gd name="T7" fmla="*/ 5 h 5"/>
                <a:gd name="T8" fmla="*/ 0 w 61"/>
                <a:gd name="T9" fmla="*/ 3 h 5"/>
                <a:gd name="T10" fmla="*/ 0 w 61"/>
                <a:gd name="T11" fmla="*/ 1 h 5"/>
                <a:gd name="T12" fmla="*/ 0 w 61"/>
                <a:gd name="T13" fmla="*/ 1 h 5"/>
                <a:gd name="T14" fmla="*/ 0 w 61"/>
                <a:gd name="T15" fmla="*/ 0 h 5"/>
                <a:gd name="T16" fmla="*/ 2 w 61"/>
                <a:gd name="T17" fmla="*/ 0 h 5"/>
                <a:gd name="T18" fmla="*/ 2 w 61"/>
                <a:gd name="T19" fmla="*/ 0 h 5"/>
                <a:gd name="T20" fmla="*/ 59 w 61"/>
                <a:gd name="T21" fmla="*/ 0 h 5"/>
                <a:gd name="T22" fmla="*/ 59 w 61"/>
                <a:gd name="T23" fmla="*/ 0 h 5"/>
                <a:gd name="T24" fmla="*/ 61 w 61"/>
                <a:gd name="T25" fmla="*/ 0 h 5"/>
                <a:gd name="T26" fmla="*/ 61 w 61"/>
                <a:gd name="T27" fmla="*/ 1 h 5"/>
                <a:gd name="T28" fmla="*/ 61 w 61"/>
                <a:gd name="T29" fmla="*/ 1 h 5"/>
                <a:gd name="T30" fmla="*/ 61 w 61"/>
                <a:gd name="T31" fmla="*/ 3 h 5"/>
                <a:gd name="T32" fmla="*/ 59 w 61"/>
                <a:gd name="T33" fmla="*/ 5 h 5"/>
                <a:gd name="T34" fmla="*/ 59 w 61"/>
                <a:gd name="T35"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5">
                  <a:moveTo>
                    <a:pt x="59" y="5"/>
                  </a:moveTo>
                  <a:lnTo>
                    <a:pt x="59" y="5"/>
                  </a:lnTo>
                  <a:lnTo>
                    <a:pt x="2" y="5"/>
                  </a:lnTo>
                  <a:lnTo>
                    <a:pt x="2" y="5"/>
                  </a:lnTo>
                  <a:lnTo>
                    <a:pt x="0" y="3"/>
                  </a:lnTo>
                  <a:lnTo>
                    <a:pt x="0" y="1"/>
                  </a:lnTo>
                  <a:lnTo>
                    <a:pt x="0" y="1"/>
                  </a:lnTo>
                  <a:lnTo>
                    <a:pt x="0" y="0"/>
                  </a:lnTo>
                  <a:lnTo>
                    <a:pt x="2" y="0"/>
                  </a:lnTo>
                  <a:lnTo>
                    <a:pt x="2" y="0"/>
                  </a:lnTo>
                  <a:lnTo>
                    <a:pt x="59" y="0"/>
                  </a:lnTo>
                  <a:lnTo>
                    <a:pt x="59" y="0"/>
                  </a:lnTo>
                  <a:lnTo>
                    <a:pt x="61" y="0"/>
                  </a:lnTo>
                  <a:lnTo>
                    <a:pt x="61" y="1"/>
                  </a:lnTo>
                  <a:lnTo>
                    <a:pt x="61" y="1"/>
                  </a:lnTo>
                  <a:lnTo>
                    <a:pt x="61" y="3"/>
                  </a:lnTo>
                  <a:lnTo>
                    <a:pt x="59" y="5"/>
                  </a:lnTo>
                  <a:lnTo>
                    <a:pt x="59" y="5"/>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939"/>
            <p:cNvSpPr>
              <a:spLocks/>
            </p:cNvSpPr>
            <p:nvPr/>
          </p:nvSpPr>
          <p:spPr bwMode="auto">
            <a:xfrm>
              <a:off x="9193212" y="2371725"/>
              <a:ext cx="47625" cy="4763"/>
            </a:xfrm>
            <a:custGeom>
              <a:avLst/>
              <a:gdLst>
                <a:gd name="T0" fmla="*/ 60 w 62"/>
                <a:gd name="T1" fmla="*/ 5 h 5"/>
                <a:gd name="T2" fmla="*/ 60 w 62"/>
                <a:gd name="T3" fmla="*/ 5 h 5"/>
                <a:gd name="T4" fmla="*/ 2 w 62"/>
                <a:gd name="T5" fmla="*/ 5 h 5"/>
                <a:gd name="T6" fmla="*/ 2 w 62"/>
                <a:gd name="T7" fmla="*/ 5 h 5"/>
                <a:gd name="T8" fmla="*/ 2 w 62"/>
                <a:gd name="T9" fmla="*/ 3 h 5"/>
                <a:gd name="T10" fmla="*/ 0 w 62"/>
                <a:gd name="T11" fmla="*/ 1 h 5"/>
                <a:gd name="T12" fmla="*/ 0 w 62"/>
                <a:gd name="T13" fmla="*/ 1 h 5"/>
                <a:gd name="T14" fmla="*/ 2 w 62"/>
                <a:gd name="T15" fmla="*/ 0 h 5"/>
                <a:gd name="T16" fmla="*/ 2 w 62"/>
                <a:gd name="T17" fmla="*/ 0 h 5"/>
                <a:gd name="T18" fmla="*/ 2 w 62"/>
                <a:gd name="T19" fmla="*/ 0 h 5"/>
                <a:gd name="T20" fmla="*/ 60 w 62"/>
                <a:gd name="T21" fmla="*/ 0 h 5"/>
                <a:gd name="T22" fmla="*/ 60 w 62"/>
                <a:gd name="T23" fmla="*/ 0 h 5"/>
                <a:gd name="T24" fmla="*/ 62 w 62"/>
                <a:gd name="T25" fmla="*/ 0 h 5"/>
                <a:gd name="T26" fmla="*/ 62 w 62"/>
                <a:gd name="T27" fmla="*/ 1 h 5"/>
                <a:gd name="T28" fmla="*/ 62 w 62"/>
                <a:gd name="T29" fmla="*/ 1 h 5"/>
                <a:gd name="T30" fmla="*/ 62 w 62"/>
                <a:gd name="T31" fmla="*/ 3 h 5"/>
                <a:gd name="T32" fmla="*/ 60 w 62"/>
                <a:gd name="T33" fmla="*/ 5 h 5"/>
                <a:gd name="T34" fmla="*/ 60 w 62"/>
                <a:gd name="T35"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5">
                  <a:moveTo>
                    <a:pt x="60" y="5"/>
                  </a:moveTo>
                  <a:lnTo>
                    <a:pt x="60" y="5"/>
                  </a:lnTo>
                  <a:lnTo>
                    <a:pt x="2" y="5"/>
                  </a:lnTo>
                  <a:lnTo>
                    <a:pt x="2" y="5"/>
                  </a:lnTo>
                  <a:lnTo>
                    <a:pt x="2" y="3"/>
                  </a:lnTo>
                  <a:lnTo>
                    <a:pt x="0" y="1"/>
                  </a:lnTo>
                  <a:lnTo>
                    <a:pt x="0" y="1"/>
                  </a:lnTo>
                  <a:lnTo>
                    <a:pt x="2" y="0"/>
                  </a:lnTo>
                  <a:lnTo>
                    <a:pt x="2" y="0"/>
                  </a:lnTo>
                  <a:lnTo>
                    <a:pt x="2" y="0"/>
                  </a:lnTo>
                  <a:lnTo>
                    <a:pt x="60" y="0"/>
                  </a:lnTo>
                  <a:lnTo>
                    <a:pt x="60" y="0"/>
                  </a:lnTo>
                  <a:lnTo>
                    <a:pt x="62" y="0"/>
                  </a:lnTo>
                  <a:lnTo>
                    <a:pt x="62" y="1"/>
                  </a:lnTo>
                  <a:lnTo>
                    <a:pt x="62" y="1"/>
                  </a:lnTo>
                  <a:lnTo>
                    <a:pt x="62" y="3"/>
                  </a:lnTo>
                  <a:lnTo>
                    <a:pt x="60" y="5"/>
                  </a:lnTo>
                  <a:lnTo>
                    <a:pt x="60" y="5"/>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940"/>
            <p:cNvSpPr>
              <a:spLocks/>
            </p:cNvSpPr>
            <p:nvPr/>
          </p:nvSpPr>
          <p:spPr bwMode="auto">
            <a:xfrm>
              <a:off x="9477375" y="2284413"/>
              <a:ext cx="41275" cy="26988"/>
            </a:xfrm>
            <a:custGeom>
              <a:avLst/>
              <a:gdLst>
                <a:gd name="T0" fmla="*/ 4 w 52"/>
                <a:gd name="T1" fmla="*/ 34 h 34"/>
                <a:gd name="T2" fmla="*/ 4 w 52"/>
                <a:gd name="T3" fmla="*/ 34 h 34"/>
                <a:gd name="T4" fmla="*/ 2 w 52"/>
                <a:gd name="T5" fmla="*/ 32 h 34"/>
                <a:gd name="T6" fmla="*/ 0 w 52"/>
                <a:gd name="T7" fmla="*/ 30 h 34"/>
                <a:gd name="T8" fmla="*/ 0 w 52"/>
                <a:gd name="T9" fmla="*/ 30 h 34"/>
                <a:gd name="T10" fmla="*/ 0 w 52"/>
                <a:gd name="T11" fmla="*/ 29 h 34"/>
                <a:gd name="T12" fmla="*/ 2 w 52"/>
                <a:gd name="T13" fmla="*/ 27 h 34"/>
                <a:gd name="T14" fmla="*/ 2 w 52"/>
                <a:gd name="T15" fmla="*/ 27 h 34"/>
                <a:gd name="T16" fmla="*/ 49 w 52"/>
                <a:gd name="T17" fmla="*/ 0 h 34"/>
                <a:gd name="T18" fmla="*/ 49 w 52"/>
                <a:gd name="T19" fmla="*/ 0 h 34"/>
                <a:gd name="T20" fmla="*/ 52 w 52"/>
                <a:gd name="T21" fmla="*/ 0 h 34"/>
                <a:gd name="T22" fmla="*/ 52 w 52"/>
                <a:gd name="T23" fmla="*/ 2 h 34"/>
                <a:gd name="T24" fmla="*/ 52 w 52"/>
                <a:gd name="T25" fmla="*/ 2 h 34"/>
                <a:gd name="T26" fmla="*/ 52 w 52"/>
                <a:gd name="T27" fmla="*/ 3 h 34"/>
                <a:gd name="T28" fmla="*/ 52 w 52"/>
                <a:gd name="T29" fmla="*/ 5 h 34"/>
                <a:gd name="T30" fmla="*/ 52 w 52"/>
                <a:gd name="T31" fmla="*/ 5 h 34"/>
                <a:gd name="T32" fmla="*/ 4 w 52"/>
                <a:gd name="T33" fmla="*/ 32 h 34"/>
                <a:gd name="T34" fmla="*/ 4 w 52"/>
                <a:gd name="T35" fmla="*/ 32 h 34"/>
                <a:gd name="T36" fmla="*/ 4 w 52"/>
                <a:gd name="T37" fmla="*/ 34 h 34"/>
                <a:gd name="T38" fmla="*/ 4 w 52"/>
                <a:gd name="T39" fmla="*/ 34 h 34"/>
                <a:gd name="T40" fmla="*/ 4 w 52"/>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34">
                  <a:moveTo>
                    <a:pt x="4" y="34"/>
                  </a:moveTo>
                  <a:lnTo>
                    <a:pt x="4" y="34"/>
                  </a:lnTo>
                  <a:lnTo>
                    <a:pt x="2" y="32"/>
                  </a:lnTo>
                  <a:lnTo>
                    <a:pt x="0" y="30"/>
                  </a:lnTo>
                  <a:lnTo>
                    <a:pt x="0" y="30"/>
                  </a:lnTo>
                  <a:lnTo>
                    <a:pt x="0" y="29"/>
                  </a:lnTo>
                  <a:lnTo>
                    <a:pt x="2" y="27"/>
                  </a:lnTo>
                  <a:lnTo>
                    <a:pt x="2" y="27"/>
                  </a:lnTo>
                  <a:lnTo>
                    <a:pt x="49" y="0"/>
                  </a:lnTo>
                  <a:lnTo>
                    <a:pt x="49" y="0"/>
                  </a:lnTo>
                  <a:lnTo>
                    <a:pt x="52" y="0"/>
                  </a:lnTo>
                  <a:lnTo>
                    <a:pt x="52" y="2"/>
                  </a:lnTo>
                  <a:lnTo>
                    <a:pt x="52" y="2"/>
                  </a:lnTo>
                  <a:lnTo>
                    <a:pt x="52" y="3"/>
                  </a:lnTo>
                  <a:lnTo>
                    <a:pt x="52" y="5"/>
                  </a:lnTo>
                  <a:lnTo>
                    <a:pt x="52" y="5"/>
                  </a:lnTo>
                  <a:lnTo>
                    <a:pt x="4" y="32"/>
                  </a:lnTo>
                  <a:lnTo>
                    <a:pt x="4" y="32"/>
                  </a:lnTo>
                  <a:lnTo>
                    <a:pt x="4" y="34"/>
                  </a:lnTo>
                  <a:lnTo>
                    <a:pt x="4" y="34"/>
                  </a:lnTo>
                  <a:lnTo>
                    <a:pt x="4" y="34"/>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941"/>
            <p:cNvSpPr>
              <a:spLocks/>
            </p:cNvSpPr>
            <p:nvPr/>
          </p:nvSpPr>
          <p:spPr bwMode="auto">
            <a:xfrm>
              <a:off x="9215437" y="2436813"/>
              <a:ext cx="42863" cy="25400"/>
            </a:xfrm>
            <a:custGeom>
              <a:avLst/>
              <a:gdLst>
                <a:gd name="T0" fmla="*/ 4 w 54"/>
                <a:gd name="T1" fmla="*/ 33 h 33"/>
                <a:gd name="T2" fmla="*/ 4 w 54"/>
                <a:gd name="T3" fmla="*/ 33 h 33"/>
                <a:gd name="T4" fmla="*/ 2 w 54"/>
                <a:gd name="T5" fmla="*/ 33 h 33"/>
                <a:gd name="T6" fmla="*/ 2 w 54"/>
                <a:gd name="T7" fmla="*/ 31 h 33"/>
                <a:gd name="T8" fmla="*/ 2 w 54"/>
                <a:gd name="T9" fmla="*/ 31 h 33"/>
                <a:gd name="T10" fmla="*/ 0 w 54"/>
                <a:gd name="T11" fmla="*/ 29 h 33"/>
                <a:gd name="T12" fmla="*/ 2 w 54"/>
                <a:gd name="T13" fmla="*/ 27 h 33"/>
                <a:gd name="T14" fmla="*/ 2 w 54"/>
                <a:gd name="T15" fmla="*/ 27 h 33"/>
                <a:gd name="T16" fmla="*/ 51 w 54"/>
                <a:gd name="T17" fmla="*/ 0 h 33"/>
                <a:gd name="T18" fmla="*/ 51 w 54"/>
                <a:gd name="T19" fmla="*/ 0 h 33"/>
                <a:gd name="T20" fmla="*/ 52 w 54"/>
                <a:gd name="T21" fmla="*/ 0 h 33"/>
                <a:gd name="T22" fmla="*/ 54 w 54"/>
                <a:gd name="T23" fmla="*/ 2 h 33"/>
                <a:gd name="T24" fmla="*/ 54 w 54"/>
                <a:gd name="T25" fmla="*/ 2 h 33"/>
                <a:gd name="T26" fmla="*/ 54 w 54"/>
                <a:gd name="T27" fmla="*/ 4 h 33"/>
                <a:gd name="T28" fmla="*/ 52 w 54"/>
                <a:gd name="T29" fmla="*/ 4 h 33"/>
                <a:gd name="T30" fmla="*/ 52 w 54"/>
                <a:gd name="T31" fmla="*/ 4 h 33"/>
                <a:gd name="T32" fmla="*/ 6 w 54"/>
                <a:gd name="T33" fmla="*/ 31 h 33"/>
                <a:gd name="T34" fmla="*/ 6 w 54"/>
                <a:gd name="T35" fmla="*/ 31 h 33"/>
                <a:gd name="T36" fmla="*/ 4 w 54"/>
                <a:gd name="T37" fmla="*/ 33 h 33"/>
                <a:gd name="T38" fmla="*/ 4 w 54"/>
                <a:gd name="T39"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4" h="33">
                  <a:moveTo>
                    <a:pt x="4" y="33"/>
                  </a:moveTo>
                  <a:lnTo>
                    <a:pt x="4" y="33"/>
                  </a:lnTo>
                  <a:lnTo>
                    <a:pt x="2" y="33"/>
                  </a:lnTo>
                  <a:lnTo>
                    <a:pt x="2" y="31"/>
                  </a:lnTo>
                  <a:lnTo>
                    <a:pt x="2" y="31"/>
                  </a:lnTo>
                  <a:lnTo>
                    <a:pt x="0" y="29"/>
                  </a:lnTo>
                  <a:lnTo>
                    <a:pt x="2" y="27"/>
                  </a:lnTo>
                  <a:lnTo>
                    <a:pt x="2" y="27"/>
                  </a:lnTo>
                  <a:lnTo>
                    <a:pt x="51" y="0"/>
                  </a:lnTo>
                  <a:lnTo>
                    <a:pt x="51" y="0"/>
                  </a:lnTo>
                  <a:lnTo>
                    <a:pt x="52" y="0"/>
                  </a:lnTo>
                  <a:lnTo>
                    <a:pt x="54" y="2"/>
                  </a:lnTo>
                  <a:lnTo>
                    <a:pt x="54" y="2"/>
                  </a:lnTo>
                  <a:lnTo>
                    <a:pt x="54" y="4"/>
                  </a:lnTo>
                  <a:lnTo>
                    <a:pt x="52" y="4"/>
                  </a:lnTo>
                  <a:lnTo>
                    <a:pt x="52" y="4"/>
                  </a:lnTo>
                  <a:lnTo>
                    <a:pt x="6" y="31"/>
                  </a:lnTo>
                  <a:lnTo>
                    <a:pt x="6" y="31"/>
                  </a:lnTo>
                  <a:lnTo>
                    <a:pt x="4" y="33"/>
                  </a:lnTo>
                  <a:lnTo>
                    <a:pt x="4" y="33"/>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942"/>
            <p:cNvSpPr>
              <a:spLocks/>
            </p:cNvSpPr>
            <p:nvPr/>
          </p:nvSpPr>
          <p:spPr bwMode="auto">
            <a:xfrm>
              <a:off x="9429750" y="2222500"/>
              <a:ext cx="25400" cy="42863"/>
            </a:xfrm>
            <a:custGeom>
              <a:avLst/>
              <a:gdLst>
                <a:gd name="T0" fmla="*/ 3 w 32"/>
                <a:gd name="T1" fmla="*/ 54 h 54"/>
                <a:gd name="T2" fmla="*/ 3 w 32"/>
                <a:gd name="T3" fmla="*/ 54 h 54"/>
                <a:gd name="T4" fmla="*/ 2 w 32"/>
                <a:gd name="T5" fmla="*/ 54 h 54"/>
                <a:gd name="T6" fmla="*/ 2 w 32"/>
                <a:gd name="T7" fmla="*/ 52 h 54"/>
                <a:gd name="T8" fmla="*/ 2 w 32"/>
                <a:gd name="T9" fmla="*/ 52 h 54"/>
                <a:gd name="T10" fmla="*/ 0 w 32"/>
                <a:gd name="T11" fmla="*/ 50 h 54"/>
                <a:gd name="T12" fmla="*/ 2 w 32"/>
                <a:gd name="T13" fmla="*/ 48 h 54"/>
                <a:gd name="T14" fmla="*/ 2 w 32"/>
                <a:gd name="T15" fmla="*/ 48 h 54"/>
                <a:gd name="T16" fmla="*/ 27 w 32"/>
                <a:gd name="T17" fmla="*/ 2 h 54"/>
                <a:gd name="T18" fmla="*/ 27 w 32"/>
                <a:gd name="T19" fmla="*/ 2 h 54"/>
                <a:gd name="T20" fmla="*/ 29 w 32"/>
                <a:gd name="T21" fmla="*/ 0 h 54"/>
                <a:gd name="T22" fmla="*/ 30 w 32"/>
                <a:gd name="T23" fmla="*/ 0 h 54"/>
                <a:gd name="T24" fmla="*/ 30 w 32"/>
                <a:gd name="T25" fmla="*/ 0 h 54"/>
                <a:gd name="T26" fmla="*/ 32 w 32"/>
                <a:gd name="T27" fmla="*/ 2 h 54"/>
                <a:gd name="T28" fmla="*/ 32 w 32"/>
                <a:gd name="T29" fmla="*/ 3 h 54"/>
                <a:gd name="T30" fmla="*/ 32 w 32"/>
                <a:gd name="T31" fmla="*/ 3 h 54"/>
                <a:gd name="T32" fmla="*/ 5 w 32"/>
                <a:gd name="T33" fmla="*/ 50 h 54"/>
                <a:gd name="T34" fmla="*/ 5 w 32"/>
                <a:gd name="T35" fmla="*/ 50 h 54"/>
                <a:gd name="T36" fmla="*/ 3 w 32"/>
                <a:gd name="T37" fmla="*/ 52 h 54"/>
                <a:gd name="T38" fmla="*/ 3 w 32"/>
                <a:gd name="T39" fmla="*/ 54 h 54"/>
                <a:gd name="T40" fmla="*/ 3 w 32"/>
                <a:gd name="T41"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54">
                  <a:moveTo>
                    <a:pt x="3" y="54"/>
                  </a:moveTo>
                  <a:lnTo>
                    <a:pt x="3" y="54"/>
                  </a:lnTo>
                  <a:lnTo>
                    <a:pt x="2" y="54"/>
                  </a:lnTo>
                  <a:lnTo>
                    <a:pt x="2" y="52"/>
                  </a:lnTo>
                  <a:lnTo>
                    <a:pt x="2" y="52"/>
                  </a:lnTo>
                  <a:lnTo>
                    <a:pt x="0" y="50"/>
                  </a:lnTo>
                  <a:lnTo>
                    <a:pt x="2" y="48"/>
                  </a:lnTo>
                  <a:lnTo>
                    <a:pt x="2" y="48"/>
                  </a:lnTo>
                  <a:lnTo>
                    <a:pt x="27" y="2"/>
                  </a:lnTo>
                  <a:lnTo>
                    <a:pt x="27" y="2"/>
                  </a:lnTo>
                  <a:lnTo>
                    <a:pt x="29" y="0"/>
                  </a:lnTo>
                  <a:lnTo>
                    <a:pt x="30" y="0"/>
                  </a:lnTo>
                  <a:lnTo>
                    <a:pt x="30" y="0"/>
                  </a:lnTo>
                  <a:lnTo>
                    <a:pt x="32" y="2"/>
                  </a:lnTo>
                  <a:lnTo>
                    <a:pt x="32" y="3"/>
                  </a:lnTo>
                  <a:lnTo>
                    <a:pt x="32" y="3"/>
                  </a:lnTo>
                  <a:lnTo>
                    <a:pt x="5" y="50"/>
                  </a:lnTo>
                  <a:lnTo>
                    <a:pt x="5" y="50"/>
                  </a:lnTo>
                  <a:lnTo>
                    <a:pt x="3" y="52"/>
                  </a:lnTo>
                  <a:lnTo>
                    <a:pt x="3" y="54"/>
                  </a:lnTo>
                  <a:lnTo>
                    <a:pt x="3" y="54"/>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943"/>
            <p:cNvSpPr>
              <a:spLocks/>
            </p:cNvSpPr>
            <p:nvPr/>
          </p:nvSpPr>
          <p:spPr bwMode="auto">
            <a:xfrm>
              <a:off x="9280525" y="2482850"/>
              <a:ext cx="25400" cy="41275"/>
            </a:xfrm>
            <a:custGeom>
              <a:avLst/>
              <a:gdLst>
                <a:gd name="T0" fmla="*/ 2 w 32"/>
                <a:gd name="T1" fmla="*/ 52 h 52"/>
                <a:gd name="T2" fmla="*/ 2 w 32"/>
                <a:gd name="T3" fmla="*/ 52 h 52"/>
                <a:gd name="T4" fmla="*/ 2 w 32"/>
                <a:gd name="T5" fmla="*/ 52 h 52"/>
                <a:gd name="T6" fmla="*/ 2 w 32"/>
                <a:gd name="T7" fmla="*/ 52 h 52"/>
                <a:gd name="T8" fmla="*/ 2 w 32"/>
                <a:gd name="T9" fmla="*/ 52 h 52"/>
                <a:gd name="T10" fmla="*/ 0 w 32"/>
                <a:gd name="T11" fmla="*/ 50 h 52"/>
                <a:gd name="T12" fmla="*/ 0 w 32"/>
                <a:gd name="T13" fmla="*/ 48 h 52"/>
                <a:gd name="T14" fmla="*/ 0 w 32"/>
                <a:gd name="T15" fmla="*/ 48 h 52"/>
                <a:gd name="T16" fmla="*/ 27 w 32"/>
                <a:gd name="T17" fmla="*/ 2 h 52"/>
                <a:gd name="T18" fmla="*/ 27 w 32"/>
                <a:gd name="T19" fmla="*/ 2 h 52"/>
                <a:gd name="T20" fmla="*/ 29 w 32"/>
                <a:gd name="T21" fmla="*/ 0 h 52"/>
                <a:gd name="T22" fmla="*/ 31 w 32"/>
                <a:gd name="T23" fmla="*/ 0 h 52"/>
                <a:gd name="T24" fmla="*/ 31 w 32"/>
                <a:gd name="T25" fmla="*/ 0 h 52"/>
                <a:gd name="T26" fmla="*/ 32 w 32"/>
                <a:gd name="T27" fmla="*/ 2 h 52"/>
                <a:gd name="T28" fmla="*/ 32 w 32"/>
                <a:gd name="T29" fmla="*/ 3 h 52"/>
                <a:gd name="T30" fmla="*/ 32 w 32"/>
                <a:gd name="T31" fmla="*/ 3 h 52"/>
                <a:gd name="T32" fmla="*/ 6 w 32"/>
                <a:gd name="T33" fmla="*/ 52 h 52"/>
                <a:gd name="T34" fmla="*/ 6 w 32"/>
                <a:gd name="T35" fmla="*/ 52 h 52"/>
                <a:gd name="T36" fmla="*/ 2 w 32"/>
                <a:gd name="T37" fmla="*/ 52 h 52"/>
                <a:gd name="T38" fmla="*/ 2 w 32"/>
                <a:gd name="T3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52">
                  <a:moveTo>
                    <a:pt x="2" y="52"/>
                  </a:moveTo>
                  <a:lnTo>
                    <a:pt x="2" y="52"/>
                  </a:lnTo>
                  <a:lnTo>
                    <a:pt x="2" y="52"/>
                  </a:lnTo>
                  <a:lnTo>
                    <a:pt x="2" y="52"/>
                  </a:lnTo>
                  <a:lnTo>
                    <a:pt x="2" y="52"/>
                  </a:lnTo>
                  <a:lnTo>
                    <a:pt x="0" y="50"/>
                  </a:lnTo>
                  <a:lnTo>
                    <a:pt x="0" y="48"/>
                  </a:lnTo>
                  <a:lnTo>
                    <a:pt x="0" y="48"/>
                  </a:lnTo>
                  <a:lnTo>
                    <a:pt x="27" y="2"/>
                  </a:lnTo>
                  <a:lnTo>
                    <a:pt x="27" y="2"/>
                  </a:lnTo>
                  <a:lnTo>
                    <a:pt x="29" y="0"/>
                  </a:lnTo>
                  <a:lnTo>
                    <a:pt x="31" y="0"/>
                  </a:lnTo>
                  <a:lnTo>
                    <a:pt x="31" y="0"/>
                  </a:lnTo>
                  <a:lnTo>
                    <a:pt x="32" y="2"/>
                  </a:lnTo>
                  <a:lnTo>
                    <a:pt x="32" y="3"/>
                  </a:lnTo>
                  <a:lnTo>
                    <a:pt x="32" y="3"/>
                  </a:lnTo>
                  <a:lnTo>
                    <a:pt x="6" y="52"/>
                  </a:lnTo>
                  <a:lnTo>
                    <a:pt x="6" y="52"/>
                  </a:lnTo>
                  <a:lnTo>
                    <a:pt x="2" y="52"/>
                  </a:lnTo>
                  <a:lnTo>
                    <a:pt x="2" y="52"/>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944"/>
            <p:cNvSpPr>
              <a:spLocks/>
            </p:cNvSpPr>
            <p:nvPr/>
          </p:nvSpPr>
          <p:spPr bwMode="auto">
            <a:xfrm>
              <a:off x="9364662" y="2198688"/>
              <a:ext cx="4763" cy="47625"/>
            </a:xfrm>
            <a:custGeom>
              <a:avLst/>
              <a:gdLst>
                <a:gd name="T0" fmla="*/ 2 w 5"/>
                <a:gd name="T1" fmla="*/ 59 h 59"/>
                <a:gd name="T2" fmla="*/ 2 w 5"/>
                <a:gd name="T3" fmla="*/ 59 h 59"/>
                <a:gd name="T4" fmla="*/ 2 w 5"/>
                <a:gd name="T5" fmla="*/ 59 h 59"/>
                <a:gd name="T6" fmla="*/ 0 w 5"/>
                <a:gd name="T7" fmla="*/ 57 h 59"/>
                <a:gd name="T8" fmla="*/ 0 w 5"/>
                <a:gd name="T9" fmla="*/ 57 h 59"/>
                <a:gd name="T10" fmla="*/ 0 w 5"/>
                <a:gd name="T11" fmla="*/ 2 h 59"/>
                <a:gd name="T12" fmla="*/ 0 w 5"/>
                <a:gd name="T13" fmla="*/ 2 h 59"/>
                <a:gd name="T14" fmla="*/ 2 w 5"/>
                <a:gd name="T15" fmla="*/ 0 h 59"/>
                <a:gd name="T16" fmla="*/ 2 w 5"/>
                <a:gd name="T17" fmla="*/ 0 h 59"/>
                <a:gd name="T18" fmla="*/ 2 w 5"/>
                <a:gd name="T19" fmla="*/ 0 h 59"/>
                <a:gd name="T20" fmla="*/ 5 w 5"/>
                <a:gd name="T21" fmla="*/ 0 h 59"/>
                <a:gd name="T22" fmla="*/ 5 w 5"/>
                <a:gd name="T23" fmla="*/ 2 h 59"/>
                <a:gd name="T24" fmla="*/ 5 w 5"/>
                <a:gd name="T25" fmla="*/ 2 h 59"/>
                <a:gd name="T26" fmla="*/ 5 w 5"/>
                <a:gd name="T27" fmla="*/ 57 h 59"/>
                <a:gd name="T28" fmla="*/ 5 w 5"/>
                <a:gd name="T29" fmla="*/ 57 h 59"/>
                <a:gd name="T30" fmla="*/ 5 w 5"/>
                <a:gd name="T31" fmla="*/ 59 h 59"/>
                <a:gd name="T32" fmla="*/ 2 w 5"/>
                <a:gd name="T33" fmla="*/ 59 h 59"/>
                <a:gd name="T34" fmla="*/ 2 w 5"/>
                <a:gd name="T3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 h="59">
                  <a:moveTo>
                    <a:pt x="2" y="59"/>
                  </a:moveTo>
                  <a:lnTo>
                    <a:pt x="2" y="59"/>
                  </a:lnTo>
                  <a:lnTo>
                    <a:pt x="2" y="59"/>
                  </a:lnTo>
                  <a:lnTo>
                    <a:pt x="0" y="57"/>
                  </a:lnTo>
                  <a:lnTo>
                    <a:pt x="0" y="57"/>
                  </a:lnTo>
                  <a:lnTo>
                    <a:pt x="0" y="2"/>
                  </a:lnTo>
                  <a:lnTo>
                    <a:pt x="0" y="2"/>
                  </a:lnTo>
                  <a:lnTo>
                    <a:pt x="2" y="0"/>
                  </a:lnTo>
                  <a:lnTo>
                    <a:pt x="2" y="0"/>
                  </a:lnTo>
                  <a:lnTo>
                    <a:pt x="2" y="0"/>
                  </a:lnTo>
                  <a:lnTo>
                    <a:pt x="5" y="0"/>
                  </a:lnTo>
                  <a:lnTo>
                    <a:pt x="5" y="2"/>
                  </a:lnTo>
                  <a:lnTo>
                    <a:pt x="5" y="2"/>
                  </a:lnTo>
                  <a:lnTo>
                    <a:pt x="5" y="57"/>
                  </a:lnTo>
                  <a:lnTo>
                    <a:pt x="5" y="57"/>
                  </a:lnTo>
                  <a:lnTo>
                    <a:pt x="5" y="59"/>
                  </a:lnTo>
                  <a:lnTo>
                    <a:pt x="2" y="59"/>
                  </a:lnTo>
                  <a:lnTo>
                    <a:pt x="2" y="59"/>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945"/>
            <p:cNvSpPr>
              <a:spLocks/>
            </p:cNvSpPr>
            <p:nvPr/>
          </p:nvSpPr>
          <p:spPr bwMode="auto">
            <a:xfrm>
              <a:off x="9364662" y="2498725"/>
              <a:ext cx="4763" cy="49213"/>
            </a:xfrm>
            <a:custGeom>
              <a:avLst/>
              <a:gdLst>
                <a:gd name="T0" fmla="*/ 2 w 5"/>
                <a:gd name="T1" fmla="*/ 61 h 61"/>
                <a:gd name="T2" fmla="*/ 2 w 5"/>
                <a:gd name="T3" fmla="*/ 61 h 61"/>
                <a:gd name="T4" fmla="*/ 2 w 5"/>
                <a:gd name="T5" fmla="*/ 61 h 61"/>
                <a:gd name="T6" fmla="*/ 0 w 5"/>
                <a:gd name="T7" fmla="*/ 59 h 61"/>
                <a:gd name="T8" fmla="*/ 0 w 5"/>
                <a:gd name="T9" fmla="*/ 59 h 61"/>
                <a:gd name="T10" fmla="*/ 0 w 5"/>
                <a:gd name="T11" fmla="*/ 3 h 61"/>
                <a:gd name="T12" fmla="*/ 0 w 5"/>
                <a:gd name="T13" fmla="*/ 3 h 61"/>
                <a:gd name="T14" fmla="*/ 2 w 5"/>
                <a:gd name="T15" fmla="*/ 1 h 61"/>
                <a:gd name="T16" fmla="*/ 2 w 5"/>
                <a:gd name="T17" fmla="*/ 0 h 61"/>
                <a:gd name="T18" fmla="*/ 2 w 5"/>
                <a:gd name="T19" fmla="*/ 0 h 61"/>
                <a:gd name="T20" fmla="*/ 5 w 5"/>
                <a:gd name="T21" fmla="*/ 1 h 61"/>
                <a:gd name="T22" fmla="*/ 5 w 5"/>
                <a:gd name="T23" fmla="*/ 3 h 61"/>
                <a:gd name="T24" fmla="*/ 5 w 5"/>
                <a:gd name="T25" fmla="*/ 3 h 61"/>
                <a:gd name="T26" fmla="*/ 5 w 5"/>
                <a:gd name="T27" fmla="*/ 59 h 61"/>
                <a:gd name="T28" fmla="*/ 5 w 5"/>
                <a:gd name="T29" fmla="*/ 59 h 61"/>
                <a:gd name="T30" fmla="*/ 5 w 5"/>
                <a:gd name="T31" fmla="*/ 61 h 61"/>
                <a:gd name="T32" fmla="*/ 2 w 5"/>
                <a:gd name="T33" fmla="*/ 61 h 61"/>
                <a:gd name="T34" fmla="*/ 2 w 5"/>
                <a:gd name="T35" fmla="*/ 6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 h="61">
                  <a:moveTo>
                    <a:pt x="2" y="61"/>
                  </a:moveTo>
                  <a:lnTo>
                    <a:pt x="2" y="61"/>
                  </a:lnTo>
                  <a:lnTo>
                    <a:pt x="2" y="61"/>
                  </a:lnTo>
                  <a:lnTo>
                    <a:pt x="0" y="59"/>
                  </a:lnTo>
                  <a:lnTo>
                    <a:pt x="0" y="59"/>
                  </a:lnTo>
                  <a:lnTo>
                    <a:pt x="0" y="3"/>
                  </a:lnTo>
                  <a:lnTo>
                    <a:pt x="0" y="3"/>
                  </a:lnTo>
                  <a:lnTo>
                    <a:pt x="2" y="1"/>
                  </a:lnTo>
                  <a:lnTo>
                    <a:pt x="2" y="0"/>
                  </a:lnTo>
                  <a:lnTo>
                    <a:pt x="2" y="0"/>
                  </a:lnTo>
                  <a:lnTo>
                    <a:pt x="5" y="1"/>
                  </a:lnTo>
                  <a:lnTo>
                    <a:pt x="5" y="3"/>
                  </a:lnTo>
                  <a:lnTo>
                    <a:pt x="5" y="3"/>
                  </a:lnTo>
                  <a:lnTo>
                    <a:pt x="5" y="59"/>
                  </a:lnTo>
                  <a:lnTo>
                    <a:pt x="5" y="59"/>
                  </a:lnTo>
                  <a:lnTo>
                    <a:pt x="5" y="61"/>
                  </a:lnTo>
                  <a:lnTo>
                    <a:pt x="2" y="61"/>
                  </a:lnTo>
                  <a:lnTo>
                    <a:pt x="2" y="61"/>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946"/>
            <p:cNvSpPr>
              <a:spLocks/>
            </p:cNvSpPr>
            <p:nvPr/>
          </p:nvSpPr>
          <p:spPr bwMode="auto">
            <a:xfrm>
              <a:off x="9280525" y="2222500"/>
              <a:ext cx="25400" cy="42863"/>
            </a:xfrm>
            <a:custGeom>
              <a:avLst/>
              <a:gdLst>
                <a:gd name="T0" fmla="*/ 29 w 32"/>
                <a:gd name="T1" fmla="*/ 54 h 54"/>
                <a:gd name="T2" fmla="*/ 29 w 32"/>
                <a:gd name="T3" fmla="*/ 54 h 54"/>
                <a:gd name="T4" fmla="*/ 27 w 32"/>
                <a:gd name="T5" fmla="*/ 52 h 54"/>
                <a:gd name="T6" fmla="*/ 27 w 32"/>
                <a:gd name="T7" fmla="*/ 50 h 54"/>
                <a:gd name="T8" fmla="*/ 27 w 32"/>
                <a:gd name="T9" fmla="*/ 50 h 54"/>
                <a:gd name="T10" fmla="*/ 0 w 32"/>
                <a:gd name="T11" fmla="*/ 3 h 54"/>
                <a:gd name="T12" fmla="*/ 0 w 32"/>
                <a:gd name="T13" fmla="*/ 3 h 54"/>
                <a:gd name="T14" fmla="*/ 0 w 32"/>
                <a:gd name="T15" fmla="*/ 2 h 54"/>
                <a:gd name="T16" fmla="*/ 2 w 32"/>
                <a:gd name="T17" fmla="*/ 0 h 54"/>
                <a:gd name="T18" fmla="*/ 2 w 32"/>
                <a:gd name="T19" fmla="*/ 0 h 54"/>
                <a:gd name="T20" fmla="*/ 4 w 32"/>
                <a:gd name="T21" fmla="*/ 0 h 54"/>
                <a:gd name="T22" fmla="*/ 6 w 32"/>
                <a:gd name="T23" fmla="*/ 2 h 54"/>
                <a:gd name="T24" fmla="*/ 6 w 32"/>
                <a:gd name="T25" fmla="*/ 2 h 54"/>
                <a:gd name="T26" fmla="*/ 32 w 32"/>
                <a:gd name="T27" fmla="*/ 48 h 54"/>
                <a:gd name="T28" fmla="*/ 32 w 32"/>
                <a:gd name="T29" fmla="*/ 48 h 54"/>
                <a:gd name="T30" fmla="*/ 32 w 32"/>
                <a:gd name="T31" fmla="*/ 50 h 54"/>
                <a:gd name="T32" fmla="*/ 31 w 32"/>
                <a:gd name="T33" fmla="*/ 52 h 54"/>
                <a:gd name="T34" fmla="*/ 31 w 32"/>
                <a:gd name="T35" fmla="*/ 52 h 54"/>
                <a:gd name="T36" fmla="*/ 31 w 32"/>
                <a:gd name="T37" fmla="*/ 54 h 54"/>
                <a:gd name="T38" fmla="*/ 29 w 32"/>
                <a:gd name="T39" fmla="*/ 54 h 54"/>
                <a:gd name="T40" fmla="*/ 29 w 32"/>
                <a:gd name="T41"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54">
                  <a:moveTo>
                    <a:pt x="29" y="54"/>
                  </a:moveTo>
                  <a:lnTo>
                    <a:pt x="29" y="54"/>
                  </a:lnTo>
                  <a:lnTo>
                    <a:pt x="27" y="52"/>
                  </a:lnTo>
                  <a:lnTo>
                    <a:pt x="27" y="50"/>
                  </a:lnTo>
                  <a:lnTo>
                    <a:pt x="27" y="50"/>
                  </a:lnTo>
                  <a:lnTo>
                    <a:pt x="0" y="3"/>
                  </a:lnTo>
                  <a:lnTo>
                    <a:pt x="0" y="3"/>
                  </a:lnTo>
                  <a:lnTo>
                    <a:pt x="0" y="2"/>
                  </a:lnTo>
                  <a:lnTo>
                    <a:pt x="2" y="0"/>
                  </a:lnTo>
                  <a:lnTo>
                    <a:pt x="2" y="0"/>
                  </a:lnTo>
                  <a:lnTo>
                    <a:pt x="4" y="0"/>
                  </a:lnTo>
                  <a:lnTo>
                    <a:pt x="6" y="2"/>
                  </a:lnTo>
                  <a:lnTo>
                    <a:pt x="6" y="2"/>
                  </a:lnTo>
                  <a:lnTo>
                    <a:pt x="32" y="48"/>
                  </a:lnTo>
                  <a:lnTo>
                    <a:pt x="32" y="48"/>
                  </a:lnTo>
                  <a:lnTo>
                    <a:pt x="32" y="50"/>
                  </a:lnTo>
                  <a:lnTo>
                    <a:pt x="31" y="52"/>
                  </a:lnTo>
                  <a:lnTo>
                    <a:pt x="31" y="52"/>
                  </a:lnTo>
                  <a:lnTo>
                    <a:pt x="31" y="54"/>
                  </a:lnTo>
                  <a:lnTo>
                    <a:pt x="29" y="54"/>
                  </a:lnTo>
                  <a:lnTo>
                    <a:pt x="29" y="54"/>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947"/>
            <p:cNvSpPr>
              <a:spLocks/>
            </p:cNvSpPr>
            <p:nvPr/>
          </p:nvSpPr>
          <p:spPr bwMode="auto">
            <a:xfrm>
              <a:off x="9429750" y="2482850"/>
              <a:ext cx="25400" cy="41275"/>
            </a:xfrm>
            <a:custGeom>
              <a:avLst/>
              <a:gdLst>
                <a:gd name="T0" fmla="*/ 30 w 32"/>
                <a:gd name="T1" fmla="*/ 52 h 52"/>
                <a:gd name="T2" fmla="*/ 30 w 32"/>
                <a:gd name="T3" fmla="*/ 52 h 52"/>
                <a:gd name="T4" fmla="*/ 27 w 32"/>
                <a:gd name="T5" fmla="*/ 52 h 52"/>
                <a:gd name="T6" fmla="*/ 27 w 32"/>
                <a:gd name="T7" fmla="*/ 52 h 52"/>
                <a:gd name="T8" fmla="*/ 2 w 32"/>
                <a:gd name="T9" fmla="*/ 3 h 52"/>
                <a:gd name="T10" fmla="*/ 2 w 32"/>
                <a:gd name="T11" fmla="*/ 3 h 52"/>
                <a:gd name="T12" fmla="*/ 0 w 32"/>
                <a:gd name="T13" fmla="*/ 2 h 52"/>
                <a:gd name="T14" fmla="*/ 2 w 32"/>
                <a:gd name="T15" fmla="*/ 0 h 52"/>
                <a:gd name="T16" fmla="*/ 2 w 32"/>
                <a:gd name="T17" fmla="*/ 0 h 52"/>
                <a:gd name="T18" fmla="*/ 3 w 32"/>
                <a:gd name="T19" fmla="*/ 0 h 52"/>
                <a:gd name="T20" fmla="*/ 5 w 32"/>
                <a:gd name="T21" fmla="*/ 2 h 52"/>
                <a:gd name="T22" fmla="*/ 5 w 32"/>
                <a:gd name="T23" fmla="*/ 2 h 52"/>
                <a:gd name="T24" fmla="*/ 32 w 32"/>
                <a:gd name="T25" fmla="*/ 48 h 52"/>
                <a:gd name="T26" fmla="*/ 32 w 32"/>
                <a:gd name="T27" fmla="*/ 48 h 52"/>
                <a:gd name="T28" fmla="*/ 32 w 32"/>
                <a:gd name="T29" fmla="*/ 50 h 52"/>
                <a:gd name="T30" fmla="*/ 30 w 32"/>
                <a:gd name="T31" fmla="*/ 52 h 52"/>
                <a:gd name="T32" fmla="*/ 30 w 32"/>
                <a:gd name="T33" fmla="*/ 52 h 52"/>
                <a:gd name="T34" fmla="*/ 30 w 32"/>
                <a:gd name="T35" fmla="*/ 52 h 52"/>
                <a:gd name="T36" fmla="*/ 30 w 32"/>
                <a:gd name="T37" fmla="*/ 52 h 52"/>
                <a:gd name="T38" fmla="*/ 30 w 32"/>
                <a:gd name="T3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52">
                  <a:moveTo>
                    <a:pt x="30" y="52"/>
                  </a:moveTo>
                  <a:lnTo>
                    <a:pt x="30" y="52"/>
                  </a:lnTo>
                  <a:lnTo>
                    <a:pt x="27" y="52"/>
                  </a:lnTo>
                  <a:lnTo>
                    <a:pt x="27" y="52"/>
                  </a:lnTo>
                  <a:lnTo>
                    <a:pt x="2" y="3"/>
                  </a:lnTo>
                  <a:lnTo>
                    <a:pt x="2" y="3"/>
                  </a:lnTo>
                  <a:lnTo>
                    <a:pt x="0" y="2"/>
                  </a:lnTo>
                  <a:lnTo>
                    <a:pt x="2" y="0"/>
                  </a:lnTo>
                  <a:lnTo>
                    <a:pt x="2" y="0"/>
                  </a:lnTo>
                  <a:lnTo>
                    <a:pt x="3" y="0"/>
                  </a:lnTo>
                  <a:lnTo>
                    <a:pt x="5" y="2"/>
                  </a:lnTo>
                  <a:lnTo>
                    <a:pt x="5" y="2"/>
                  </a:lnTo>
                  <a:lnTo>
                    <a:pt x="32" y="48"/>
                  </a:lnTo>
                  <a:lnTo>
                    <a:pt x="32" y="48"/>
                  </a:lnTo>
                  <a:lnTo>
                    <a:pt x="32" y="50"/>
                  </a:lnTo>
                  <a:lnTo>
                    <a:pt x="30" y="52"/>
                  </a:lnTo>
                  <a:lnTo>
                    <a:pt x="30" y="52"/>
                  </a:lnTo>
                  <a:lnTo>
                    <a:pt x="30" y="52"/>
                  </a:lnTo>
                  <a:lnTo>
                    <a:pt x="30" y="52"/>
                  </a:lnTo>
                  <a:lnTo>
                    <a:pt x="30" y="52"/>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948"/>
            <p:cNvSpPr>
              <a:spLocks/>
            </p:cNvSpPr>
            <p:nvPr/>
          </p:nvSpPr>
          <p:spPr bwMode="auto">
            <a:xfrm>
              <a:off x="9215437" y="2284413"/>
              <a:ext cx="42863" cy="26988"/>
            </a:xfrm>
            <a:custGeom>
              <a:avLst/>
              <a:gdLst>
                <a:gd name="T0" fmla="*/ 51 w 54"/>
                <a:gd name="T1" fmla="*/ 34 h 34"/>
                <a:gd name="T2" fmla="*/ 51 w 54"/>
                <a:gd name="T3" fmla="*/ 34 h 34"/>
                <a:gd name="T4" fmla="*/ 51 w 54"/>
                <a:gd name="T5" fmla="*/ 34 h 34"/>
                <a:gd name="T6" fmla="*/ 51 w 54"/>
                <a:gd name="T7" fmla="*/ 32 h 34"/>
                <a:gd name="T8" fmla="*/ 51 w 54"/>
                <a:gd name="T9" fmla="*/ 32 h 34"/>
                <a:gd name="T10" fmla="*/ 2 w 54"/>
                <a:gd name="T11" fmla="*/ 5 h 34"/>
                <a:gd name="T12" fmla="*/ 2 w 54"/>
                <a:gd name="T13" fmla="*/ 5 h 34"/>
                <a:gd name="T14" fmla="*/ 0 w 54"/>
                <a:gd name="T15" fmla="*/ 3 h 34"/>
                <a:gd name="T16" fmla="*/ 2 w 54"/>
                <a:gd name="T17" fmla="*/ 2 h 34"/>
                <a:gd name="T18" fmla="*/ 2 w 54"/>
                <a:gd name="T19" fmla="*/ 2 h 34"/>
                <a:gd name="T20" fmla="*/ 4 w 54"/>
                <a:gd name="T21" fmla="*/ 0 h 34"/>
                <a:gd name="T22" fmla="*/ 6 w 54"/>
                <a:gd name="T23" fmla="*/ 0 h 34"/>
                <a:gd name="T24" fmla="*/ 6 w 54"/>
                <a:gd name="T25" fmla="*/ 0 h 34"/>
                <a:gd name="T26" fmla="*/ 52 w 54"/>
                <a:gd name="T27" fmla="*/ 27 h 34"/>
                <a:gd name="T28" fmla="*/ 52 w 54"/>
                <a:gd name="T29" fmla="*/ 27 h 34"/>
                <a:gd name="T30" fmla="*/ 54 w 54"/>
                <a:gd name="T31" fmla="*/ 29 h 34"/>
                <a:gd name="T32" fmla="*/ 54 w 54"/>
                <a:gd name="T33" fmla="*/ 30 h 34"/>
                <a:gd name="T34" fmla="*/ 54 w 54"/>
                <a:gd name="T35" fmla="*/ 30 h 34"/>
                <a:gd name="T36" fmla="*/ 52 w 54"/>
                <a:gd name="T37" fmla="*/ 32 h 34"/>
                <a:gd name="T38" fmla="*/ 51 w 54"/>
                <a:gd name="T39" fmla="*/ 34 h 34"/>
                <a:gd name="T40" fmla="*/ 51 w 54"/>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 h="34">
                  <a:moveTo>
                    <a:pt x="51" y="34"/>
                  </a:moveTo>
                  <a:lnTo>
                    <a:pt x="51" y="34"/>
                  </a:lnTo>
                  <a:lnTo>
                    <a:pt x="51" y="34"/>
                  </a:lnTo>
                  <a:lnTo>
                    <a:pt x="51" y="32"/>
                  </a:lnTo>
                  <a:lnTo>
                    <a:pt x="51" y="32"/>
                  </a:lnTo>
                  <a:lnTo>
                    <a:pt x="2" y="5"/>
                  </a:lnTo>
                  <a:lnTo>
                    <a:pt x="2" y="5"/>
                  </a:lnTo>
                  <a:lnTo>
                    <a:pt x="0" y="3"/>
                  </a:lnTo>
                  <a:lnTo>
                    <a:pt x="2" y="2"/>
                  </a:lnTo>
                  <a:lnTo>
                    <a:pt x="2" y="2"/>
                  </a:lnTo>
                  <a:lnTo>
                    <a:pt x="4" y="0"/>
                  </a:lnTo>
                  <a:lnTo>
                    <a:pt x="6" y="0"/>
                  </a:lnTo>
                  <a:lnTo>
                    <a:pt x="6" y="0"/>
                  </a:lnTo>
                  <a:lnTo>
                    <a:pt x="52" y="27"/>
                  </a:lnTo>
                  <a:lnTo>
                    <a:pt x="52" y="27"/>
                  </a:lnTo>
                  <a:lnTo>
                    <a:pt x="54" y="29"/>
                  </a:lnTo>
                  <a:lnTo>
                    <a:pt x="54" y="30"/>
                  </a:lnTo>
                  <a:lnTo>
                    <a:pt x="54" y="30"/>
                  </a:lnTo>
                  <a:lnTo>
                    <a:pt x="52" y="32"/>
                  </a:lnTo>
                  <a:lnTo>
                    <a:pt x="51" y="34"/>
                  </a:lnTo>
                  <a:lnTo>
                    <a:pt x="51" y="34"/>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949"/>
            <p:cNvSpPr>
              <a:spLocks/>
            </p:cNvSpPr>
            <p:nvPr/>
          </p:nvSpPr>
          <p:spPr bwMode="auto">
            <a:xfrm>
              <a:off x="9477375" y="2436813"/>
              <a:ext cx="41275" cy="25400"/>
            </a:xfrm>
            <a:custGeom>
              <a:avLst/>
              <a:gdLst>
                <a:gd name="T0" fmla="*/ 51 w 52"/>
                <a:gd name="T1" fmla="*/ 33 h 33"/>
                <a:gd name="T2" fmla="*/ 51 w 52"/>
                <a:gd name="T3" fmla="*/ 33 h 33"/>
                <a:gd name="T4" fmla="*/ 51 w 52"/>
                <a:gd name="T5" fmla="*/ 33 h 33"/>
                <a:gd name="T6" fmla="*/ 49 w 52"/>
                <a:gd name="T7" fmla="*/ 31 h 33"/>
                <a:gd name="T8" fmla="*/ 49 w 52"/>
                <a:gd name="T9" fmla="*/ 31 h 33"/>
                <a:gd name="T10" fmla="*/ 2 w 52"/>
                <a:gd name="T11" fmla="*/ 4 h 33"/>
                <a:gd name="T12" fmla="*/ 2 w 52"/>
                <a:gd name="T13" fmla="*/ 4 h 33"/>
                <a:gd name="T14" fmla="*/ 0 w 52"/>
                <a:gd name="T15" fmla="*/ 4 h 33"/>
                <a:gd name="T16" fmla="*/ 0 w 52"/>
                <a:gd name="T17" fmla="*/ 2 h 33"/>
                <a:gd name="T18" fmla="*/ 0 w 52"/>
                <a:gd name="T19" fmla="*/ 2 h 33"/>
                <a:gd name="T20" fmla="*/ 2 w 52"/>
                <a:gd name="T21" fmla="*/ 0 h 33"/>
                <a:gd name="T22" fmla="*/ 4 w 52"/>
                <a:gd name="T23" fmla="*/ 0 h 33"/>
                <a:gd name="T24" fmla="*/ 4 w 52"/>
                <a:gd name="T25" fmla="*/ 0 h 33"/>
                <a:gd name="T26" fmla="*/ 52 w 52"/>
                <a:gd name="T27" fmla="*/ 27 h 33"/>
                <a:gd name="T28" fmla="*/ 52 w 52"/>
                <a:gd name="T29" fmla="*/ 27 h 33"/>
                <a:gd name="T30" fmla="*/ 52 w 52"/>
                <a:gd name="T31" fmla="*/ 29 h 33"/>
                <a:gd name="T32" fmla="*/ 52 w 52"/>
                <a:gd name="T33" fmla="*/ 31 h 33"/>
                <a:gd name="T34" fmla="*/ 52 w 52"/>
                <a:gd name="T35" fmla="*/ 31 h 33"/>
                <a:gd name="T36" fmla="*/ 52 w 52"/>
                <a:gd name="T37" fmla="*/ 33 h 33"/>
                <a:gd name="T38" fmla="*/ 51 w 52"/>
                <a:gd name="T39" fmla="*/ 33 h 33"/>
                <a:gd name="T40" fmla="*/ 51 w 52"/>
                <a:gd name="T41"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33">
                  <a:moveTo>
                    <a:pt x="51" y="33"/>
                  </a:moveTo>
                  <a:lnTo>
                    <a:pt x="51" y="33"/>
                  </a:lnTo>
                  <a:lnTo>
                    <a:pt x="51" y="33"/>
                  </a:lnTo>
                  <a:lnTo>
                    <a:pt x="49" y="31"/>
                  </a:lnTo>
                  <a:lnTo>
                    <a:pt x="49" y="31"/>
                  </a:lnTo>
                  <a:lnTo>
                    <a:pt x="2" y="4"/>
                  </a:lnTo>
                  <a:lnTo>
                    <a:pt x="2" y="4"/>
                  </a:lnTo>
                  <a:lnTo>
                    <a:pt x="0" y="4"/>
                  </a:lnTo>
                  <a:lnTo>
                    <a:pt x="0" y="2"/>
                  </a:lnTo>
                  <a:lnTo>
                    <a:pt x="0" y="2"/>
                  </a:lnTo>
                  <a:lnTo>
                    <a:pt x="2" y="0"/>
                  </a:lnTo>
                  <a:lnTo>
                    <a:pt x="4" y="0"/>
                  </a:lnTo>
                  <a:lnTo>
                    <a:pt x="4" y="0"/>
                  </a:lnTo>
                  <a:lnTo>
                    <a:pt x="52" y="27"/>
                  </a:lnTo>
                  <a:lnTo>
                    <a:pt x="52" y="27"/>
                  </a:lnTo>
                  <a:lnTo>
                    <a:pt x="52" y="29"/>
                  </a:lnTo>
                  <a:lnTo>
                    <a:pt x="52" y="31"/>
                  </a:lnTo>
                  <a:lnTo>
                    <a:pt x="52" y="31"/>
                  </a:lnTo>
                  <a:lnTo>
                    <a:pt x="52" y="33"/>
                  </a:lnTo>
                  <a:lnTo>
                    <a:pt x="51" y="33"/>
                  </a:lnTo>
                  <a:lnTo>
                    <a:pt x="51" y="33"/>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950"/>
            <p:cNvSpPr>
              <a:spLocks/>
            </p:cNvSpPr>
            <p:nvPr/>
          </p:nvSpPr>
          <p:spPr bwMode="auto">
            <a:xfrm>
              <a:off x="9493250" y="2371725"/>
              <a:ext cx="49213" cy="4763"/>
            </a:xfrm>
            <a:custGeom>
              <a:avLst/>
              <a:gdLst>
                <a:gd name="T0" fmla="*/ 59 w 61"/>
                <a:gd name="T1" fmla="*/ 5 h 5"/>
                <a:gd name="T2" fmla="*/ 59 w 61"/>
                <a:gd name="T3" fmla="*/ 5 h 5"/>
                <a:gd name="T4" fmla="*/ 2 w 61"/>
                <a:gd name="T5" fmla="*/ 5 h 5"/>
                <a:gd name="T6" fmla="*/ 2 w 61"/>
                <a:gd name="T7" fmla="*/ 5 h 5"/>
                <a:gd name="T8" fmla="*/ 0 w 61"/>
                <a:gd name="T9" fmla="*/ 3 h 5"/>
                <a:gd name="T10" fmla="*/ 0 w 61"/>
                <a:gd name="T11" fmla="*/ 1 h 5"/>
                <a:gd name="T12" fmla="*/ 0 w 61"/>
                <a:gd name="T13" fmla="*/ 1 h 5"/>
                <a:gd name="T14" fmla="*/ 0 w 61"/>
                <a:gd name="T15" fmla="*/ 0 h 5"/>
                <a:gd name="T16" fmla="*/ 2 w 61"/>
                <a:gd name="T17" fmla="*/ 0 h 5"/>
                <a:gd name="T18" fmla="*/ 2 w 61"/>
                <a:gd name="T19" fmla="*/ 0 h 5"/>
                <a:gd name="T20" fmla="*/ 59 w 61"/>
                <a:gd name="T21" fmla="*/ 0 h 5"/>
                <a:gd name="T22" fmla="*/ 59 w 61"/>
                <a:gd name="T23" fmla="*/ 0 h 5"/>
                <a:gd name="T24" fmla="*/ 61 w 61"/>
                <a:gd name="T25" fmla="*/ 0 h 5"/>
                <a:gd name="T26" fmla="*/ 61 w 61"/>
                <a:gd name="T27" fmla="*/ 1 h 5"/>
                <a:gd name="T28" fmla="*/ 61 w 61"/>
                <a:gd name="T29" fmla="*/ 1 h 5"/>
                <a:gd name="T30" fmla="*/ 61 w 61"/>
                <a:gd name="T31" fmla="*/ 3 h 5"/>
                <a:gd name="T32" fmla="*/ 59 w 61"/>
                <a:gd name="T33" fmla="*/ 5 h 5"/>
                <a:gd name="T34" fmla="*/ 59 w 61"/>
                <a:gd name="T35"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5">
                  <a:moveTo>
                    <a:pt x="59" y="5"/>
                  </a:moveTo>
                  <a:lnTo>
                    <a:pt x="59" y="5"/>
                  </a:lnTo>
                  <a:lnTo>
                    <a:pt x="2" y="5"/>
                  </a:lnTo>
                  <a:lnTo>
                    <a:pt x="2" y="5"/>
                  </a:lnTo>
                  <a:lnTo>
                    <a:pt x="0" y="3"/>
                  </a:lnTo>
                  <a:lnTo>
                    <a:pt x="0" y="1"/>
                  </a:lnTo>
                  <a:lnTo>
                    <a:pt x="0" y="1"/>
                  </a:lnTo>
                  <a:lnTo>
                    <a:pt x="0" y="0"/>
                  </a:lnTo>
                  <a:lnTo>
                    <a:pt x="2" y="0"/>
                  </a:lnTo>
                  <a:lnTo>
                    <a:pt x="2" y="0"/>
                  </a:lnTo>
                  <a:lnTo>
                    <a:pt x="59" y="0"/>
                  </a:lnTo>
                  <a:lnTo>
                    <a:pt x="59" y="0"/>
                  </a:lnTo>
                  <a:lnTo>
                    <a:pt x="61" y="0"/>
                  </a:lnTo>
                  <a:lnTo>
                    <a:pt x="61" y="1"/>
                  </a:lnTo>
                  <a:lnTo>
                    <a:pt x="61" y="1"/>
                  </a:lnTo>
                  <a:lnTo>
                    <a:pt x="61" y="3"/>
                  </a:lnTo>
                  <a:lnTo>
                    <a:pt x="59" y="5"/>
                  </a:lnTo>
                  <a:lnTo>
                    <a:pt x="59" y="5"/>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951"/>
            <p:cNvSpPr>
              <a:spLocks/>
            </p:cNvSpPr>
            <p:nvPr/>
          </p:nvSpPr>
          <p:spPr bwMode="auto">
            <a:xfrm>
              <a:off x="9193212" y="2371725"/>
              <a:ext cx="47625" cy="4763"/>
            </a:xfrm>
            <a:custGeom>
              <a:avLst/>
              <a:gdLst>
                <a:gd name="T0" fmla="*/ 60 w 62"/>
                <a:gd name="T1" fmla="*/ 5 h 5"/>
                <a:gd name="T2" fmla="*/ 60 w 62"/>
                <a:gd name="T3" fmla="*/ 5 h 5"/>
                <a:gd name="T4" fmla="*/ 2 w 62"/>
                <a:gd name="T5" fmla="*/ 5 h 5"/>
                <a:gd name="T6" fmla="*/ 2 w 62"/>
                <a:gd name="T7" fmla="*/ 5 h 5"/>
                <a:gd name="T8" fmla="*/ 2 w 62"/>
                <a:gd name="T9" fmla="*/ 3 h 5"/>
                <a:gd name="T10" fmla="*/ 0 w 62"/>
                <a:gd name="T11" fmla="*/ 1 h 5"/>
                <a:gd name="T12" fmla="*/ 0 w 62"/>
                <a:gd name="T13" fmla="*/ 1 h 5"/>
                <a:gd name="T14" fmla="*/ 2 w 62"/>
                <a:gd name="T15" fmla="*/ 0 h 5"/>
                <a:gd name="T16" fmla="*/ 2 w 62"/>
                <a:gd name="T17" fmla="*/ 0 h 5"/>
                <a:gd name="T18" fmla="*/ 2 w 62"/>
                <a:gd name="T19" fmla="*/ 0 h 5"/>
                <a:gd name="T20" fmla="*/ 60 w 62"/>
                <a:gd name="T21" fmla="*/ 0 h 5"/>
                <a:gd name="T22" fmla="*/ 60 w 62"/>
                <a:gd name="T23" fmla="*/ 0 h 5"/>
                <a:gd name="T24" fmla="*/ 62 w 62"/>
                <a:gd name="T25" fmla="*/ 0 h 5"/>
                <a:gd name="T26" fmla="*/ 62 w 62"/>
                <a:gd name="T27" fmla="*/ 1 h 5"/>
                <a:gd name="T28" fmla="*/ 62 w 62"/>
                <a:gd name="T29" fmla="*/ 1 h 5"/>
                <a:gd name="T30" fmla="*/ 62 w 62"/>
                <a:gd name="T31" fmla="*/ 3 h 5"/>
                <a:gd name="T32" fmla="*/ 60 w 62"/>
                <a:gd name="T33" fmla="*/ 5 h 5"/>
                <a:gd name="T34" fmla="*/ 60 w 62"/>
                <a:gd name="T35"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5">
                  <a:moveTo>
                    <a:pt x="60" y="5"/>
                  </a:moveTo>
                  <a:lnTo>
                    <a:pt x="60" y="5"/>
                  </a:lnTo>
                  <a:lnTo>
                    <a:pt x="2" y="5"/>
                  </a:lnTo>
                  <a:lnTo>
                    <a:pt x="2" y="5"/>
                  </a:lnTo>
                  <a:lnTo>
                    <a:pt x="2" y="3"/>
                  </a:lnTo>
                  <a:lnTo>
                    <a:pt x="0" y="1"/>
                  </a:lnTo>
                  <a:lnTo>
                    <a:pt x="0" y="1"/>
                  </a:lnTo>
                  <a:lnTo>
                    <a:pt x="2" y="0"/>
                  </a:lnTo>
                  <a:lnTo>
                    <a:pt x="2" y="0"/>
                  </a:lnTo>
                  <a:lnTo>
                    <a:pt x="2" y="0"/>
                  </a:lnTo>
                  <a:lnTo>
                    <a:pt x="60" y="0"/>
                  </a:lnTo>
                  <a:lnTo>
                    <a:pt x="60" y="0"/>
                  </a:lnTo>
                  <a:lnTo>
                    <a:pt x="62" y="0"/>
                  </a:lnTo>
                  <a:lnTo>
                    <a:pt x="62" y="1"/>
                  </a:lnTo>
                  <a:lnTo>
                    <a:pt x="62" y="1"/>
                  </a:lnTo>
                  <a:lnTo>
                    <a:pt x="62" y="3"/>
                  </a:lnTo>
                  <a:lnTo>
                    <a:pt x="60" y="5"/>
                  </a:lnTo>
                  <a:lnTo>
                    <a:pt x="60" y="5"/>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952"/>
            <p:cNvSpPr>
              <a:spLocks/>
            </p:cNvSpPr>
            <p:nvPr/>
          </p:nvSpPr>
          <p:spPr bwMode="auto">
            <a:xfrm>
              <a:off x="9477375" y="2284413"/>
              <a:ext cx="41275" cy="26988"/>
            </a:xfrm>
            <a:custGeom>
              <a:avLst/>
              <a:gdLst>
                <a:gd name="T0" fmla="*/ 4 w 52"/>
                <a:gd name="T1" fmla="*/ 34 h 34"/>
                <a:gd name="T2" fmla="*/ 4 w 52"/>
                <a:gd name="T3" fmla="*/ 34 h 34"/>
                <a:gd name="T4" fmla="*/ 2 w 52"/>
                <a:gd name="T5" fmla="*/ 32 h 34"/>
                <a:gd name="T6" fmla="*/ 0 w 52"/>
                <a:gd name="T7" fmla="*/ 30 h 34"/>
                <a:gd name="T8" fmla="*/ 0 w 52"/>
                <a:gd name="T9" fmla="*/ 30 h 34"/>
                <a:gd name="T10" fmla="*/ 0 w 52"/>
                <a:gd name="T11" fmla="*/ 29 h 34"/>
                <a:gd name="T12" fmla="*/ 2 w 52"/>
                <a:gd name="T13" fmla="*/ 27 h 34"/>
                <a:gd name="T14" fmla="*/ 2 w 52"/>
                <a:gd name="T15" fmla="*/ 27 h 34"/>
                <a:gd name="T16" fmla="*/ 49 w 52"/>
                <a:gd name="T17" fmla="*/ 0 h 34"/>
                <a:gd name="T18" fmla="*/ 49 w 52"/>
                <a:gd name="T19" fmla="*/ 0 h 34"/>
                <a:gd name="T20" fmla="*/ 52 w 52"/>
                <a:gd name="T21" fmla="*/ 0 h 34"/>
                <a:gd name="T22" fmla="*/ 52 w 52"/>
                <a:gd name="T23" fmla="*/ 2 h 34"/>
                <a:gd name="T24" fmla="*/ 52 w 52"/>
                <a:gd name="T25" fmla="*/ 2 h 34"/>
                <a:gd name="T26" fmla="*/ 52 w 52"/>
                <a:gd name="T27" fmla="*/ 3 h 34"/>
                <a:gd name="T28" fmla="*/ 52 w 52"/>
                <a:gd name="T29" fmla="*/ 5 h 34"/>
                <a:gd name="T30" fmla="*/ 52 w 52"/>
                <a:gd name="T31" fmla="*/ 5 h 34"/>
                <a:gd name="T32" fmla="*/ 4 w 52"/>
                <a:gd name="T33" fmla="*/ 32 h 34"/>
                <a:gd name="T34" fmla="*/ 4 w 52"/>
                <a:gd name="T35" fmla="*/ 32 h 34"/>
                <a:gd name="T36" fmla="*/ 4 w 52"/>
                <a:gd name="T37" fmla="*/ 34 h 34"/>
                <a:gd name="T38" fmla="*/ 4 w 52"/>
                <a:gd name="T39" fmla="*/ 34 h 34"/>
                <a:gd name="T40" fmla="*/ 4 w 52"/>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34">
                  <a:moveTo>
                    <a:pt x="4" y="34"/>
                  </a:moveTo>
                  <a:lnTo>
                    <a:pt x="4" y="34"/>
                  </a:lnTo>
                  <a:lnTo>
                    <a:pt x="2" y="32"/>
                  </a:lnTo>
                  <a:lnTo>
                    <a:pt x="0" y="30"/>
                  </a:lnTo>
                  <a:lnTo>
                    <a:pt x="0" y="30"/>
                  </a:lnTo>
                  <a:lnTo>
                    <a:pt x="0" y="29"/>
                  </a:lnTo>
                  <a:lnTo>
                    <a:pt x="2" y="27"/>
                  </a:lnTo>
                  <a:lnTo>
                    <a:pt x="2" y="27"/>
                  </a:lnTo>
                  <a:lnTo>
                    <a:pt x="49" y="0"/>
                  </a:lnTo>
                  <a:lnTo>
                    <a:pt x="49" y="0"/>
                  </a:lnTo>
                  <a:lnTo>
                    <a:pt x="52" y="0"/>
                  </a:lnTo>
                  <a:lnTo>
                    <a:pt x="52" y="2"/>
                  </a:lnTo>
                  <a:lnTo>
                    <a:pt x="52" y="2"/>
                  </a:lnTo>
                  <a:lnTo>
                    <a:pt x="52" y="3"/>
                  </a:lnTo>
                  <a:lnTo>
                    <a:pt x="52" y="5"/>
                  </a:lnTo>
                  <a:lnTo>
                    <a:pt x="52" y="5"/>
                  </a:lnTo>
                  <a:lnTo>
                    <a:pt x="4" y="32"/>
                  </a:lnTo>
                  <a:lnTo>
                    <a:pt x="4" y="32"/>
                  </a:lnTo>
                  <a:lnTo>
                    <a:pt x="4" y="34"/>
                  </a:lnTo>
                  <a:lnTo>
                    <a:pt x="4" y="34"/>
                  </a:lnTo>
                  <a:lnTo>
                    <a:pt x="4" y="34"/>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953"/>
            <p:cNvSpPr>
              <a:spLocks/>
            </p:cNvSpPr>
            <p:nvPr/>
          </p:nvSpPr>
          <p:spPr bwMode="auto">
            <a:xfrm>
              <a:off x="9215437" y="2436813"/>
              <a:ext cx="42863" cy="25400"/>
            </a:xfrm>
            <a:custGeom>
              <a:avLst/>
              <a:gdLst>
                <a:gd name="T0" fmla="*/ 4 w 54"/>
                <a:gd name="T1" fmla="*/ 33 h 33"/>
                <a:gd name="T2" fmla="*/ 4 w 54"/>
                <a:gd name="T3" fmla="*/ 33 h 33"/>
                <a:gd name="T4" fmla="*/ 2 w 54"/>
                <a:gd name="T5" fmla="*/ 33 h 33"/>
                <a:gd name="T6" fmla="*/ 2 w 54"/>
                <a:gd name="T7" fmla="*/ 31 h 33"/>
                <a:gd name="T8" fmla="*/ 2 w 54"/>
                <a:gd name="T9" fmla="*/ 31 h 33"/>
                <a:gd name="T10" fmla="*/ 0 w 54"/>
                <a:gd name="T11" fmla="*/ 29 h 33"/>
                <a:gd name="T12" fmla="*/ 2 w 54"/>
                <a:gd name="T13" fmla="*/ 27 h 33"/>
                <a:gd name="T14" fmla="*/ 2 w 54"/>
                <a:gd name="T15" fmla="*/ 27 h 33"/>
                <a:gd name="T16" fmla="*/ 51 w 54"/>
                <a:gd name="T17" fmla="*/ 0 h 33"/>
                <a:gd name="T18" fmla="*/ 51 w 54"/>
                <a:gd name="T19" fmla="*/ 0 h 33"/>
                <a:gd name="T20" fmla="*/ 52 w 54"/>
                <a:gd name="T21" fmla="*/ 0 h 33"/>
                <a:gd name="T22" fmla="*/ 54 w 54"/>
                <a:gd name="T23" fmla="*/ 2 h 33"/>
                <a:gd name="T24" fmla="*/ 54 w 54"/>
                <a:gd name="T25" fmla="*/ 2 h 33"/>
                <a:gd name="T26" fmla="*/ 54 w 54"/>
                <a:gd name="T27" fmla="*/ 4 h 33"/>
                <a:gd name="T28" fmla="*/ 52 w 54"/>
                <a:gd name="T29" fmla="*/ 4 h 33"/>
                <a:gd name="T30" fmla="*/ 52 w 54"/>
                <a:gd name="T31" fmla="*/ 4 h 33"/>
                <a:gd name="T32" fmla="*/ 6 w 54"/>
                <a:gd name="T33" fmla="*/ 31 h 33"/>
                <a:gd name="T34" fmla="*/ 6 w 54"/>
                <a:gd name="T35" fmla="*/ 31 h 33"/>
                <a:gd name="T36" fmla="*/ 4 w 54"/>
                <a:gd name="T37" fmla="*/ 33 h 33"/>
                <a:gd name="T38" fmla="*/ 4 w 54"/>
                <a:gd name="T39"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4" h="33">
                  <a:moveTo>
                    <a:pt x="4" y="33"/>
                  </a:moveTo>
                  <a:lnTo>
                    <a:pt x="4" y="33"/>
                  </a:lnTo>
                  <a:lnTo>
                    <a:pt x="2" y="33"/>
                  </a:lnTo>
                  <a:lnTo>
                    <a:pt x="2" y="31"/>
                  </a:lnTo>
                  <a:lnTo>
                    <a:pt x="2" y="31"/>
                  </a:lnTo>
                  <a:lnTo>
                    <a:pt x="0" y="29"/>
                  </a:lnTo>
                  <a:lnTo>
                    <a:pt x="2" y="27"/>
                  </a:lnTo>
                  <a:lnTo>
                    <a:pt x="2" y="27"/>
                  </a:lnTo>
                  <a:lnTo>
                    <a:pt x="51" y="0"/>
                  </a:lnTo>
                  <a:lnTo>
                    <a:pt x="51" y="0"/>
                  </a:lnTo>
                  <a:lnTo>
                    <a:pt x="52" y="0"/>
                  </a:lnTo>
                  <a:lnTo>
                    <a:pt x="54" y="2"/>
                  </a:lnTo>
                  <a:lnTo>
                    <a:pt x="54" y="2"/>
                  </a:lnTo>
                  <a:lnTo>
                    <a:pt x="54" y="4"/>
                  </a:lnTo>
                  <a:lnTo>
                    <a:pt x="52" y="4"/>
                  </a:lnTo>
                  <a:lnTo>
                    <a:pt x="52" y="4"/>
                  </a:lnTo>
                  <a:lnTo>
                    <a:pt x="6" y="31"/>
                  </a:lnTo>
                  <a:lnTo>
                    <a:pt x="6" y="31"/>
                  </a:lnTo>
                  <a:lnTo>
                    <a:pt x="4" y="33"/>
                  </a:lnTo>
                  <a:lnTo>
                    <a:pt x="4" y="33"/>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954"/>
            <p:cNvSpPr>
              <a:spLocks/>
            </p:cNvSpPr>
            <p:nvPr/>
          </p:nvSpPr>
          <p:spPr bwMode="auto">
            <a:xfrm>
              <a:off x="9429750" y="2222500"/>
              <a:ext cx="25400" cy="42863"/>
            </a:xfrm>
            <a:custGeom>
              <a:avLst/>
              <a:gdLst>
                <a:gd name="T0" fmla="*/ 3 w 32"/>
                <a:gd name="T1" fmla="*/ 54 h 54"/>
                <a:gd name="T2" fmla="*/ 3 w 32"/>
                <a:gd name="T3" fmla="*/ 54 h 54"/>
                <a:gd name="T4" fmla="*/ 2 w 32"/>
                <a:gd name="T5" fmla="*/ 54 h 54"/>
                <a:gd name="T6" fmla="*/ 2 w 32"/>
                <a:gd name="T7" fmla="*/ 52 h 54"/>
                <a:gd name="T8" fmla="*/ 2 w 32"/>
                <a:gd name="T9" fmla="*/ 52 h 54"/>
                <a:gd name="T10" fmla="*/ 0 w 32"/>
                <a:gd name="T11" fmla="*/ 50 h 54"/>
                <a:gd name="T12" fmla="*/ 2 w 32"/>
                <a:gd name="T13" fmla="*/ 48 h 54"/>
                <a:gd name="T14" fmla="*/ 2 w 32"/>
                <a:gd name="T15" fmla="*/ 48 h 54"/>
                <a:gd name="T16" fmla="*/ 27 w 32"/>
                <a:gd name="T17" fmla="*/ 2 h 54"/>
                <a:gd name="T18" fmla="*/ 27 w 32"/>
                <a:gd name="T19" fmla="*/ 2 h 54"/>
                <a:gd name="T20" fmla="*/ 29 w 32"/>
                <a:gd name="T21" fmla="*/ 0 h 54"/>
                <a:gd name="T22" fmla="*/ 30 w 32"/>
                <a:gd name="T23" fmla="*/ 0 h 54"/>
                <a:gd name="T24" fmla="*/ 30 w 32"/>
                <a:gd name="T25" fmla="*/ 0 h 54"/>
                <a:gd name="T26" fmla="*/ 32 w 32"/>
                <a:gd name="T27" fmla="*/ 2 h 54"/>
                <a:gd name="T28" fmla="*/ 32 w 32"/>
                <a:gd name="T29" fmla="*/ 3 h 54"/>
                <a:gd name="T30" fmla="*/ 32 w 32"/>
                <a:gd name="T31" fmla="*/ 3 h 54"/>
                <a:gd name="T32" fmla="*/ 5 w 32"/>
                <a:gd name="T33" fmla="*/ 50 h 54"/>
                <a:gd name="T34" fmla="*/ 5 w 32"/>
                <a:gd name="T35" fmla="*/ 50 h 54"/>
                <a:gd name="T36" fmla="*/ 3 w 32"/>
                <a:gd name="T37" fmla="*/ 52 h 54"/>
                <a:gd name="T38" fmla="*/ 3 w 32"/>
                <a:gd name="T39" fmla="*/ 54 h 54"/>
                <a:gd name="T40" fmla="*/ 3 w 32"/>
                <a:gd name="T41"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54">
                  <a:moveTo>
                    <a:pt x="3" y="54"/>
                  </a:moveTo>
                  <a:lnTo>
                    <a:pt x="3" y="54"/>
                  </a:lnTo>
                  <a:lnTo>
                    <a:pt x="2" y="54"/>
                  </a:lnTo>
                  <a:lnTo>
                    <a:pt x="2" y="52"/>
                  </a:lnTo>
                  <a:lnTo>
                    <a:pt x="2" y="52"/>
                  </a:lnTo>
                  <a:lnTo>
                    <a:pt x="0" y="50"/>
                  </a:lnTo>
                  <a:lnTo>
                    <a:pt x="2" y="48"/>
                  </a:lnTo>
                  <a:lnTo>
                    <a:pt x="2" y="48"/>
                  </a:lnTo>
                  <a:lnTo>
                    <a:pt x="27" y="2"/>
                  </a:lnTo>
                  <a:lnTo>
                    <a:pt x="27" y="2"/>
                  </a:lnTo>
                  <a:lnTo>
                    <a:pt x="29" y="0"/>
                  </a:lnTo>
                  <a:lnTo>
                    <a:pt x="30" y="0"/>
                  </a:lnTo>
                  <a:lnTo>
                    <a:pt x="30" y="0"/>
                  </a:lnTo>
                  <a:lnTo>
                    <a:pt x="32" y="2"/>
                  </a:lnTo>
                  <a:lnTo>
                    <a:pt x="32" y="3"/>
                  </a:lnTo>
                  <a:lnTo>
                    <a:pt x="32" y="3"/>
                  </a:lnTo>
                  <a:lnTo>
                    <a:pt x="5" y="50"/>
                  </a:lnTo>
                  <a:lnTo>
                    <a:pt x="5" y="50"/>
                  </a:lnTo>
                  <a:lnTo>
                    <a:pt x="3" y="52"/>
                  </a:lnTo>
                  <a:lnTo>
                    <a:pt x="3" y="54"/>
                  </a:lnTo>
                  <a:lnTo>
                    <a:pt x="3" y="54"/>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955"/>
            <p:cNvSpPr>
              <a:spLocks/>
            </p:cNvSpPr>
            <p:nvPr/>
          </p:nvSpPr>
          <p:spPr bwMode="auto">
            <a:xfrm>
              <a:off x="9280525" y="2482850"/>
              <a:ext cx="25400" cy="41275"/>
            </a:xfrm>
            <a:custGeom>
              <a:avLst/>
              <a:gdLst>
                <a:gd name="T0" fmla="*/ 2 w 32"/>
                <a:gd name="T1" fmla="*/ 52 h 52"/>
                <a:gd name="T2" fmla="*/ 2 w 32"/>
                <a:gd name="T3" fmla="*/ 52 h 52"/>
                <a:gd name="T4" fmla="*/ 2 w 32"/>
                <a:gd name="T5" fmla="*/ 52 h 52"/>
                <a:gd name="T6" fmla="*/ 2 w 32"/>
                <a:gd name="T7" fmla="*/ 52 h 52"/>
                <a:gd name="T8" fmla="*/ 2 w 32"/>
                <a:gd name="T9" fmla="*/ 52 h 52"/>
                <a:gd name="T10" fmla="*/ 0 w 32"/>
                <a:gd name="T11" fmla="*/ 50 h 52"/>
                <a:gd name="T12" fmla="*/ 0 w 32"/>
                <a:gd name="T13" fmla="*/ 48 h 52"/>
                <a:gd name="T14" fmla="*/ 0 w 32"/>
                <a:gd name="T15" fmla="*/ 48 h 52"/>
                <a:gd name="T16" fmla="*/ 27 w 32"/>
                <a:gd name="T17" fmla="*/ 2 h 52"/>
                <a:gd name="T18" fmla="*/ 27 w 32"/>
                <a:gd name="T19" fmla="*/ 2 h 52"/>
                <a:gd name="T20" fmla="*/ 29 w 32"/>
                <a:gd name="T21" fmla="*/ 0 h 52"/>
                <a:gd name="T22" fmla="*/ 31 w 32"/>
                <a:gd name="T23" fmla="*/ 0 h 52"/>
                <a:gd name="T24" fmla="*/ 31 w 32"/>
                <a:gd name="T25" fmla="*/ 0 h 52"/>
                <a:gd name="T26" fmla="*/ 32 w 32"/>
                <a:gd name="T27" fmla="*/ 2 h 52"/>
                <a:gd name="T28" fmla="*/ 32 w 32"/>
                <a:gd name="T29" fmla="*/ 3 h 52"/>
                <a:gd name="T30" fmla="*/ 32 w 32"/>
                <a:gd name="T31" fmla="*/ 3 h 52"/>
                <a:gd name="T32" fmla="*/ 6 w 32"/>
                <a:gd name="T33" fmla="*/ 52 h 52"/>
                <a:gd name="T34" fmla="*/ 6 w 32"/>
                <a:gd name="T35" fmla="*/ 52 h 52"/>
                <a:gd name="T36" fmla="*/ 2 w 32"/>
                <a:gd name="T37" fmla="*/ 52 h 52"/>
                <a:gd name="T38" fmla="*/ 2 w 32"/>
                <a:gd name="T3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52">
                  <a:moveTo>
                    <a:pt x="2" y="52"/>
                  </a:moveTo>
                  <a:lnTo>
                    <a:pt x="2" y="52"/>
                  </a:lnTo>
                  <a:lnTo>
                    <a:pt x="2" y="52"/>
                  </a:lnTo>
                  <a:lnTo>
                    <a:pt x="2" y="52"/>
                  </a:lnTo>
                  <a:lnTo>
                    <a:pt x="2" y="52"/>
                  </a:lnTo>
                  <a:lnTo>
                    <a:pt x="0" y="50"/>
                  </a:lnTo>
                  <a:lnTo>
                    <a:pt x="0" y="48"/>
                  </a:lnTo>
                  <a:lnTo>
                    <a:pt x="0" y="48"/>
                  </a:lnTo>
                  <a:lnTo>
                    <a:pt x="27" y="2"/>
                  </a:lnTo>
                  <a:lnTo>
                    <a:pt x="27" y="2"/>
                  </a:lnTo>
                  <a:lnTo>
                    <a:pt x="29" y="0"/>
                  </a:lnTo>
                  <a:lnTo>
                    <a:pt x="31" y="0"/>
                  </a:lnTo>
                  <a:lnTo>
                    <a:pt x="31" y="0"/>
                  </a:lnTo>
                  <a:lnTo>
                    <a:pt x="32" y="2"/>
                  </a:lnTo>
                  <a:lnTo>
                    <a:pt x="32" y="3"/>
                  </a:lnTo>
                  <a:lnTo>
                    <a:pt x="32" y="3"/>
                  </a:lnTo>
                  <a:lnTo>
                    <a:pt x="6" y="52"/>
                  </a:lnTo>
                  <a:lnTo>
                    <a:pt x="6" y="52"/>
                  </a:lnTo>
                  <a:lnTo>
                    <a:pt x="2" y="52"/>
                  </a:lnTo>
                  <a:lnTo>
                    <a:pt x="2" y="52"/>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956"/>
            <p:cNvSpPr>
              <a:spLocks/>
            </p:cNvSpPr>
            <p:nvPr/>
          </p:nvSpPr>
          <p:spPr bwMode="auto">
            <a:xfrm>
              <a:off x="9336087" y="2201863"/>
              <a:ext cx="11113" cy="47625"/>
            </a:xfrm>
            <a:custGeom>
              <a:avLst/>
              <a:gdLst>
                <a:gd name="T0" fmla="*/ 13 w 15"/>
                <a:gd name="T1" fmla="*/ 59 h 59"/>
                <a:gd name="T2" fmla="*/ 13 w 15"/>
                <a:gd name="T3" fmla="*/ 59 h 59"/>
                <a:gd name="T4" fmla="*/ 11 w 15"/>
                <a:gd name="T5" fmla="*/ 59 h 59"/>
                <a:gd name="T6" fmla="*/ 9 w 15"/>
                <a:gd name="T7" fmla="*/ 55 h 59"/>
                <a:gd name="T8" fmla="*/ 9 w 15"/>
                <a:gd name="T9" fmla="*/ 55 h 59"/>
                <a:gd name="T10" fmla="*/ 0 w 15"/>
                <a:gd name="T11" fmla="*/ 1 h 59"/>
                <a:gd name="T12" fmla="*/ 0 w 15"/>
                <a:gd name="T13" fmla="*/ 1 h 59"/>
                <a:gd name="T14" fmla="*/ 0 w 15"/>
                <a:gd name="T15" fmla="*/ 0 h 59"/>
                <a:gd name="T16" fmla="*/ 2 w 15"/>
                <a:gd name="T17" fmla="*/ 0 h 59"/>
                <a:gd name="T18" fmla="*/ 2 w 15"/>
                <a:gd name="T19" fmla="*/ 0 h 59"/>
                <a:gd name="T20" fmla="*/ 4 w 15"/>
                <a:gd name="T21" fmla="*/ 0 h 59"/>
                <a:gd name="T22" fmla="*/ 6 w 15"/>
                <a:gd name="T23" fmla="*/ 1 h 59"/>
                <a:gd name="T24" fmla="*/ 6 w 15"/>
                <a:gd name="T25" fmla="*/ 1 h 59"/>
                <a:gd name="T26" fmla="*/ 15 w 15"/>
                <a:gd name="T27" fmla="*/ 55 h 59"/>
                <a:gd name="T28" fmla="*/ 15 w 15"/>
                <a:gd name="T29" fmla="*/ 55 h 59"/>
                <a:gd name="T30" fmla="*/ 15 w 15"/>
                <a:gd name="T31" fmla="*/ 57 h 59"/>
                <a:gd name="T32" fmla="*/ 13 w 15"/>
                <a:gd name="T33" fmla="*/ 59 h 59"/>
                <a:gd name="T34" fmla="*/ 13 w 15"/>
                <a:gd name="T3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 h="59">
                  <a:moveTo>
                    <a:pt x="13" y="59"/>
                  </a:moveTo>
                  <a:lnTo>
                    <a:pt x="13" y="59"/>
                  </a:lnTo>
                  <a:lnTo>
                    <a:pt x="11" y="59"/>
                  </a:lnTo>
                  <a:lnTo>
                    <a:pt x="9" y="55"/>
                  </a:lnTo>
                  <a:lnTo>
                    <a:pt x="9" y="55"/>
                  </a:lnTo>
                  <a:lnTo>
                    <a:pt x="0" y="1"/>
                  </a:lnTo>
                  <a:lnTo>
                    <a:pt x="0" y="1"/>
                  </a:lnTo>
                  <a:lnTo>
                    <a:pt x="0" y="0"/>
                  </a:lnTo>
                  <a:lnTo>
                    <a:pt x="2" y="0"/>
                  </a:lnTo>
                  <a:lnTo>
                    <a:pt x="2" y="0"/>
                  </a:lnTo>
                  <a:lnTo>
                    <a:pt x="4" y="0"/>
                  </a:lnTo>
                  <a:lnTo>
                    <a:pt x="6" y="1"/>
                  </a:lnTo>
                  <a:lnTo>
                    <a:pt x="6" y="1"/>
                  </a:lnTo>
                  <a:lnTo>
                    <a:pt x="15" y="55"/>
                  </a:lnTo>
                  <a:lnTo>
                    <a:pt x="15" y="55"/>
                  </a:lnTo>
                  <a:lnTo>
                    <a:pt x="15" y="57"/>
                  </a:lnTo>
                  <a:lnTo>
                    <a:pt x="13" y="59"/>
                  </a:lnTo>
                  <a:lnTo>
                    <a:pt x="13" y="59"/>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957"/>
            <p:cNvSpPr>
              <a:spLocks/>
            </p:cNvSpPr>
            <p:nvPr/>
          </p:nvSpPr>
          <p:spPr bwMode="auto">
            <a:xfrm>
              <a:off x="9388475" y="2498725"/>
              <a:ext cx="11113" cy="46038"/>
            </a:xfrm>
            <a:custGeom>
              <a:avLst/>
              <a:gdLst>
                <a:gd name="T0" fmla="*/ 12 w 14"/>
                <a:gd name="T1" fmla="*/ 57 h 57"/>
                <a:gd name="T2" fmla="*/ 12 w 14"/>
                <a:gd name="T3" fmla="*/ 57 h 57"/>
                <a:gd name="T4" fmla="*/ 9 w 14"/>
                <a:gd name="T5" fmla="*/ 57 h 57"/>
                <a:gd name="T6" fmla="*/ 9 w 14"/>
                <a:gd name="T7" fmla="*/ 57 h 57"/>
                <a:gd name="T8" fmla="*/ 9 w 14"/>
                <a:gd name="T9" fmla="*/ 57 h 57"/>
                <a:gd name="T10" fmla="*/ 0 w 14"/>
                <a:gd name="T11" fmla="*/ 1 h 57"/>
                <a:gd name="T12" fmla="*/ 0 w 14"/>
                <a:gd name="T13" fmla="*/ 1 h 57"/>
                <a:gd name="T14" fmla="*/ 0 w 14"/>
                <a:gd name="T15" fmla="*/ 0 h 57"/>
                <a:gd name="T16" fmla="*/ 2 w 14"/>
                <a:gd name="T17" fmla="*/ 0 h 57"/>
                <a:gd name="T18" fmla="*/ 2 w 14"/>
                <a:gd name="T19" fmla="*/ 0 h 57"/>
                <a:gd name="T20" fmla="*/ 3 w 14"/>
                <a:gd name="T21" fmla="*/ 0 h 57"/>
                <a:gd name="T22" fmla="*/ 3 w 14"/>
                <a:gd name="T23" fmla="*/ 1 h 57"/>
                <a:gd name="T24" fmla="*/ 3 w 14"/>
                <a:gd name="T25" fmla="*/ 1 h 57"/>
                <a:gd name="T26" fmla="*/ 14 w 14"/>
                <a:gd name="T27" fmla="*/ 55 h 57"/>
                <a:gd name="T28" fmla="*/ 14 w 14"/>
                <a:gd name="T29" fmla="*/ 55 h 57"/>
                <a:gd name="T30" fmla="*/ 14 w 14"/>
                <a:gd name="T31" fmla="*/ 57 h 57"/>
                <a:gd name="T32" fmla="*/ 12 w 14"/>
                <a:gd name="T33" fmla="*/ 57 h 57"/>
                <a:gd name="T34" fmla="*/ 12 w 14"/>
                <a:gd name="T35"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 h="57">
                  <a:moveTo>
                    <a:pt x="12" y="57"/>
                  </a:moveTo>
                  <a:lnTo>
                    <a:pt x="12" y="57"/>
                  </a:lnTo>
                  <a:lnTo>
                    <a:pt x="9" y="57"/>
                  </a:lnTo>
                  <a:lnTo>
                    <a:pt x="9" y="57"/>
                  </a:lnTo>
                  <a:lnTo>
                    <a:pt x="9" y="57"/>
                  </a:lnTo>
                  <a:lnTo>
                    <a:pt x="0" y="1"/>
                  </a:lnTo>
                  <a:lnTo>
                    <a:pt x="0" y="1"/>
                  </a:lnTo>
                  <a:lnTo>
                    <a:pt x="0" y="0"/>
                  </a:lnTo>
                  <a:lnTo>
                    <a:pt x="2" y="0"/>
                  </a:lnTo>
                  <a:lnTo>
                    <a:pt x="2" y="0"/>
                  </a:lnTo>
                  <a:lnTo>
                    <a:pt x="3" y="0"/>
                  </a:lnTo>
                  <a:lnTo>
                    <a:pt x="3" y="1"/>
                  </a:lnTo>
                  <a:lnTo>
                    <a:pt x="3" y="1"/>
                  </a:lnTo>
                  <a:lnTo>
                    <a:pt x="14" y="55"/>
                  </a:lnTo>
                  <a:lnTo>
                    <a:pt x="14" y="55"/>
                  </a:lnTo>
                  <a:lnTo>
                    <a:pt x="14" y="57"/>
                  </a:lnTo>
                  <a:lnTo>
                    <a:pt x="12" y="57"/>
                  </a:lnTo>
                  <a:lnTo>
                    <a:pt x="12" y="57"/>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958"/>
            <p:cNvSpPr>
              <a:spLocks/>
            </p:cNvSpPr>
            <p:nvPr/>
          </p:nvSpPr>
          <p:spPr bwMode="auto">
            <a:xfrm>
              <a:off x="9253537" y="2239963"/>
              <a:ext cx="33338" cy="38100"/>
            </a:xfrm>
            <a:custGeom>
              <a:avLst/>
              <a:gdLst>
                <a:gd name="T0" fmla="*/ 39 w 41"/>
                <a:gd name="T1" fmla="*/ 49 h 49"/>
                <a:gd name="T2" fmla="*/ 39 w 41"/>
                <a:gd name="T3" fmla="*/ 49 h 49"/>
                <a:gd name="T4" fmla="*/ 38 w 41"/>
                <a:gd name="T5" fmla="*/ 49 h 49"/>
                <a:gd name="T6" fmla="*/ 36 w 41"/>
                <a:gd name="T7" fmla="*/ 47 h 49"/>
                <a:gd name="T8" fmla="*/ 36 w 41"/>
                <a:gd name="T9" fmla="*/ 47 h 49"/>
                <a:gd name="T10" fmla="*/ 2 w 41"/>
                <a:gd name="T11" fmla="*/ 6 h 49"/>
                <a:gd name="T12" fmla="*/ 2 w 41"/>
                <a:gd name="T13" fmla="*/ 6 h 49"/>
                <a:gd name="T14" fmla="*/ 0 w 41"/>
                <a:gd name="T15" fmla="*/ 4 h 49"/>
                <a:gd name="T16" fmla="*/ 2 w 41"/>
                <a:gd name="T17" fmla="*/ 0 h 49"/>
                <a:gd name="T18" fmla="*/ 2 w 41"/>
                <a:gd name="T19" fmla="*/ 0 h 49"/>
                <a:gd name="T20" fmla="*/ 3 w 41"/>
                <a:gd name="T21" fmla="*/ 0 h 49"/>
                <a:gd name="T22" fmla="*/ 5 w 41"/>
                <a:gd name="T23" fmla="*/ 2 h 49"/>
                <a:gd name="T24" fmla="*/ 5 w 41"/>
                <a:gd name="T25" fmla="*/ 2 h 49"/>
                <a:gd name="T26" fmla="*/ 39 w 41"/>
                <a:gd name="T27" fmla="*/ 43 h 49"/>
                <a:gd name="T28" fmla="*/ 39 w 41"/>
                <a:gd name="T29" fmla="*/ 43 h 49"/>
                <a:gd name="T30" fmla="*/ 41 w 41"/>
                <a:gd name="T31" fmla="*/ 45 h 49"/>
                <a:gd name="T32" fmla="*/ 39 w 41"/>
                <a:gd name="T33" fmla="*/ 49 h 49"/>
                <a:gd name="T34" fmla="*/ 39 w 41"/>
                <a:gd name="T35"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9">
                  <a:moveTo>
                    <a:pt x="39" y="49"/>
                  </a:moveTo>
                  <a:lnTo>
                    <a:pt x="39" y="49"/>
                  </a:lnTo>
                  <a:lnTo>
                    <a:pt x="38" y="49"/>
                  </a:lnTo>
                  <a:lnTo>
                    <a:pt x="36" y="47"/>
                  </a:lnTo>
                  <a:lnTo>
                    <a:pt x="36" y="47"/>
                  </a:lnTo>
                  <a:lnTo>
                    <a:pt x="2" y="6"/>
                  </a:lnTo>
                  <a:lnTo>
                    <a:pt x="2" y="6"/>
                  </a:lnTo>
                  <a:lnTo>
                    <a:pt x="0" y="4"/>
                  </a:lnTo>
                  <a:lnTo>
                    <a:pt x="2" y="0"/>
                  </a:lnTo>
                  <a:lnTo>
                    <a:pt x="2" y="0"/>
                  </a:lnTo>
                  <a:lnTo>
                    <a:pt x="3" y="0"/>
                  </a:lnTo>
                  <a:lnTo>
                    <a:pt x="5" y="2"/>
                  </a:lnTo>
                  <a:lnTo>
                    <a:pt x="5" y="2"/>
                  </a:lnTo>
                  <a:lnTo>
                    <a:pt x="39" y="43"/>
                  </a:lnTo>
                  <a:lnTo>
                    <a:pt x="39" y="43"/>
                  </a:lnTo>
                  <a:lnTo>
                    <a:pt x="41" y="45"/>
                  </a:lnTo>
                  <a:lnTo>
                    <a:pt x="39" y="49"/>
                  </a:lnTo>
                  <a:lnTo>
                    <a:pt x="39" y="49"/>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9" name="Freeform 959"/>
            <p:cNvSpPr>
              <a:spLocks/>
            </p:cNvSpPr>
            <p:nvPr/>
          </p:nvSpPr>
          <p:spPr bwMode="auto">
            <a:xfrm>
              <a:off x="9448800" y="2470150"/>
              <a:ext cx="31750" cy="38100"/>
            </a:xfrm>
            <a:custGeom>
              <a:avLst/>
              <a:gdLst>
                <a:gd name="T0" fmla="*/ 40 w 42"/>
                <a:gd name="T1" fmla="*/ 46 h 46"/>
                <a:gd name="T2" fmla="*/ 40 w 42"/>
                <a:gd name="T3" fmla="*/ 46 h 46"/>
                <a:gd name="T4" fmla="*/ 38 w 42"/>
                <a:gd name="T5" fmla="*/ 46 h 46"/>
                <a:gd name="T6" fmla="*/ 36 w 42"/>
                <a:gd name="T7" fmla="*/ 46 h 46"/>
                <a:gd name="T8" fmla="*/ 36 w 42"/>
                <a:gd name="T9" fmla="*/ 46 h 46"/>
                <a:gd name="T10" fmla="*/ 0 w 42"/>
                <a:gd name="T11" fmla="*/ 3 h 46"/>
                <a:gd name="T12" fmla="*/ 0 w 42"/>
                <a:gd name="T13" fmla="*/ 3 h 46"/>
                <a:gd name="T14" fmla="*/ 0 w 42"/>
                <a:gd name="T15" fmla="*/ 1 h 46"/>
                <a:gd name="T16" fmla="*/ 2 w 42"/>
                <a:gd name="T17" fmla="*/ 0 h 46"/>
                <a:gd name="T18" fmla="*/ 2 w 42"/>
                <a:gd name="T19" fmla="*/ 0 h 46"/>
                <a:gd name="T20" fmla="*/ 4 w 42"/>
                <a:gd name="T21" fmla="*/ 0 h 46"/>
                <a:gd name="T22" fmla="*/ 6 w 42"/>
                <a:gd name="T23" fmla="*/ 0 h 46"/>
                <a:gd name="T24" fmla="*/ 6 w 42"/>
                <a:gd name="T25" fmla="*/ 0 h 46"/>
                <a:gd name="T26" fmla="*/ 40 w 42"/>
                <a:gd name="T27" fmla="*/ 43 h 46"/>
                <a:gd name="T28" fmla="*/ 40 w 42"/>
                <a:gd name="T29" fmla="*/ 43 h 46"/>
                <a:gd name="T30" fmla="*/ 42 w 42"/>
                <a:gd name="T31" fmla="*/ 45 h 46"/>
                <a:gd name="T32" fmla="*/ 40 w 42"/>
                <a:gd name="T33" fmla="*/ 46 h 46"/>
                <a:gd name="T34" fmla="*/ 40 w 42"/>
                <a:gd name="T35" fmla="*/ 46 h 46"/>
                <a:gd name="T36" fmla="*/ 40 w 42"/>
                <a:gd name="T37" fmla="*/ 46 h 46"/>
                <a:gd name="T38" fmla="*/ 40 w 42"/>
                <a:gd name="T39"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 h="46">
                  <a:moveTo>
                    <a:pt x="40" y="46"/>
                  </a:moveTo>
                  <a:lnTo>
                    <a:pt x="40" y="46"/>
                  </a:lnTo>
                  <a:lnTo>
                    <a:pt x="38" y="46"/>
                  </a:lnTo>
                  <a:lnTo>
                    <a:pt x="36" y="46"/>
                  </a:lnTo>
                  <a:lnTo>
                    <a:pt x="36" y="46"/>
                  </a:lnTo>
                  <a:lnTo>
                    <a:pt x="0" y="3"/>
                  </a:lnTo>
                  <a:lnTo>
                    <a:pt x="0" y="3"/>
                  </a:lnTo>
                  <a:lnTo>
                    <a:pt x="0" y="1"/>
                  </a:lnTo>
                  <a:lnTo>
                    <a:pt x="2" y="0"/>
                  </a:lnTo>
                  <a:lnTo>
                    <a:pt x="2" y="0"/>
                  </a:lnTo>
                  <a:lnTo>
                    <a:pt x="4" y="0"/>
                  </a:lnTo>
                  <a:lnTo>
                    <a:pt x="6" y="0"/>
                  </a:lnTo>
                  <a:lnTo>
                    <a:pt x="6" y="0"/>
                  </a:lnTo>
                  <a:lnTo>
                    <a:pt x="40" y="43"/>
                  </a:lnTo>
                  <a:lnTo>
                    <a:pt x="40" y="43"/>
                  </a:lnTo>
                  <a:lnTo>
                    <a:pt x="42" y="45"/>
                  </a:lnTo>
                  <a:lnTo>
                    <a:pt x="40" y="46"/>
                  </a:lnTo>
                  <a:lnTo>
                    <a:pt x="40" y="46"/>
                  </a:lnTo>
                  <a:lnTo>
                    <a:pt x="40" y="46"/>
                  </a:lnTo>
                  <a:lnTo>
                    <a:pt x="40" y="46"/>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960"/>
            <p:cNvSpPr>
              <a:spLocks/>
            </p:cNvSpPr>
            <p:nvPr/>
          </p:nvSpPr>
          <p:spPr bwMode="auto">
            <a:xfrm>
              <a:off x="9202737" y="2311400"/>
              <a:ext cx="46038" cy="20638"/>
            </a:xfrm>
            <a:custGeom>
              <a:avLst/>
              <a:gdLst>
                <a:gd name="T0" fmla="*/ 56 w 58"/>
                <a:gd name="T1" fmla="*/ 25 h 25"/>
                <a:gd name="T2" fmla="*/ 56 w 58"/>
                <a:gd name="T3" fmla="*/ 25 h 25"/>
                <a:gd name="T4" fmla="*/ 54 w 58"/>
                <a:gd name="T5" fmla="*/ 25 h 25"/>
                <a:gd name="T6" fmla="*/ 54 w 58"/>
                <a:gd name="T7" fmla="*/ 25 h 25"/>
                <a:gd name="T8" fmla="*/ 2 w 58"/>
                <a:gd name="T9" fmla="*/ 5 h 25"/>
                <a:gd name="T10" fmla="*/ 2 w 58"/>
                <a:gd name="T11" fmla="*/ 5 h 25"/>
                <a:gd name="T12" fmla="*/ 0 w 58"/>
                <a:gd name="T13" fmla="*/ 4 h 25"/>
                <a:gd name="T14" fmla="*/ 0 w 58"/>
                <a:gd name="T15" fmla="*/ 2 h 25"/>
                <a:gd name="T16" fmla="*/ 0 w 58"/>
                <a:gd name="T17" fmla="*/ 2 h 25"/>
                <a:gd name="T18" fmla="*/ 2 w 58"/>
                <a:gd name="T19" fmla="*/ 0 h 25"/>
                <a:gd name="T20" fmla="*/ 4 w 58"/>
                <a:gd name="T21" fmla="*/ 0 h 25"/>
                <a:gd name="T22" fmla="*/ 4 w 58"/>
                <a:gd name="T23" fmla="*/ 0 h 25"/>
                <a:gd name="T24" fmla="*/ 56 w 58"/>
                <a:gd name="T25" fmla="*/ 20 h 25"/>
                <a:gd name="T26" fmla="*/ 56 w 58"/>
                <a:gd name="T27" fmla="*/ 20 h 25"/>
                <a:gd name="T28" fmla="*/ 58 w 58"/>
                <a:gd name="T29" fmla="*/ 22 h 25"/>
                <a:gd name="T30" fmla="*/ 58 w 58"/>
                <a:gd name="T31" fmla="*/ 23 h 25"/>
                <a:gd name="T32" fmla="*/ 58 w 58"/>
                <a:gd name="T33" fmla="*/ 23 h 25"/>
                <a:gd name="T34" fmla="*/ 58 w 58"/>
                <a:gd name="T35" fmla="*/ 25 h 25"/>
                <a:gd name="T36" fmla="*/ 56 w 58"/>
                <a:gd name="T37" fmla="*/ 25 h 25"/>
                <a:gd name="T38" fmla="*/ 56 w 58"/>
                <a:gd name="T39"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8" h="25">
                  <a:moveTo>
                    <a:pt x="56" y="25"/>
                  </a:moveTo>
                  <a:lnTo>
                    <a:pt x="56" y="25"/>
                  </a:lnTo>
                  <a:lnTo>
                    <a:pt x="54" y="25"/>
                  </a:lnTo>
                  <a:lnTo>
                    <a:pt x="54" y="25"/>
                  </a:lnTo>
                  <a:lnTo>
                    <a:pt x="2" y="5"/>
                  </a:lnTo>
                  <a:lnTo>
                    <a:pt x="2" y="5"/>
                  </a:lnTo>
                  <a:lnTo>
                    <a:pt x="0" y="4"/>
                  </a:lnTo>
                  <a:lnTo>
                    <a:pt x="0" y="2"/>
                  </a:lnTo>
                  <a:lnTo>
                    <a:pt x="0" y="2"/>
                  </a:lnTo>
                  <a:lnTo>
                    <a:pt x="2" y="0"/>
                  </a:lnTo>
                  <a:lnTo>
                    <a:pt x="4" y="0"/>
                  </a:lnTo>
                  <a:lnTo>
                    <a:pt x="4" y="0"/>
                  </a:lnTo>
                  <a:lnTo>
                    <a:pt x="56" y="20"/>
                  </a:lnTo>
                  <a:lnTo>
                    <a:pt x="56" y="20"/>
                  </a:lnTo>
                  <a:lnTo>
                    <a:pt x="58" y="22"/>
                  </a:lnTo>
                  <a:lnTo>
                    <a:pt x="58" y="23"/>
                  </a:lnTo>
                  <a:lnTo>
                    <a:pt x="58" y="23"/>
                  </a:lnTo>
                  <a:lnTo>
                    <a:pt x="58" y="25"/>
                  </a:lnTo>
                  <a:lnTo>
                    <a:pt x="56" y="25"/>
                  </a:lnTo>
                  <a:lnTo>
                    <a:pt x="56" y="25"/>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Freeform 961"/>
            <p:cNvSpPr>
              <a:spLocks/>
            </p:cNvSpPr>
            <p:nvPr/>
          </p:nvSpPr>
          <p:spPr bwMode="auto">
            <a:xfrm>
              <a:off x="9486900" y="2414588"/>
              <a:ext cx="44450" cy="20638"/>
            </a:xfrm>
            <a:custGeom>
              <a:avLst/>
              <a:gdLst>
                <a:gd name="T0" fmla="*/ 54 w 56"/>
                <a:gd name="T1" fmla="*/ 26 h 26"/>
                <a:gd name="T2" fmla="*/ 52 w 56"/>
                <a:gd name="T3" fmla="*/ 26 h 26"/>
                <a:gd name="T4" fmla="*/ 52 w 56"/>
                <a:gd name="T5" fmla="*/ 26 h 26"/>
                <a:gd name="T6" fmla="*/ 2 w 56"/>
                <a:gd name="T7" fmla="*/ 6 h 26"/>
                <a:gd name="T8" fmla="*/ 2 w 56"/>
                <a:gd name="T9" fmla="*/ 6 h 26"/>
                <a:gd name="T10" fmla="*/ 0 w 56"/>
                <a:gd name="T11" fmla="*/ 4 h 26"/>
                <a:gd name="T12" fmla="*/ 0 w 56"/>
                <a:gd name="T13" fmla="*/ 2 h 26"/>
                <a:gd name="T14" fmla="*/ 0 w 56"/>
                <a:gd name="T15" fmla="*/ 2 h 26"/>
                <a:gd name="T16" fmla="*/ 2 w 56"/>
                <a:gd name="T17" fmla="*/ 0 h 26"/>
                <a:gd name="T18" fmla="*/ 3 w 56"/>
                <a:gd name="T19" fmla="*/ 0 h 26"/>
                <a:gd name="T20" fmla="*/ 3 w 56"/>
                <a:gd name="T21" fmla="*/ 0 h 26"/>
                <a:gd name="T22" fmla="*/ 54 w 56"/>
                <a:gd name="T23" fmla="*/ 20 h 26"/>
                <a:gd name="T24" fmla="*/ 54 w 56"/>
                <a:gd name="T25" fmla="*/ 20 h 26"/>
                <a:gd name="T26" fmla="*/ 56 w 56"/>
                <a:gd name="T27" fmla="*/ 22 h 26"/>
                <a:gd name="T28" fmla="*/ 56 w 56"/>
                <a:gd name="T29" fmla="*/ 24 h 26"/>
                <a:gd name="T30" fmla="*/ 56 w 56"/>
                <a:gd name="T31" fmla="*/ 24 h 26"/>
                <a:gd name="T32" fmla="*/ 56 w 56"/>
                <a:gd name="T33" fmla="*/ 26 h 26"/>
                <a:gd name="T34" fmla="*/ 54 w 56"/>
                <a:gd name="T35" fmla="*/ 26 h 26"/>
                <a:gd name="T36" fmla="*/ 54 w 56"/>
                <a:gd name="T3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6" h="26">
                  <a:moveTo>
                    <a:pt x="54" y="26"/>
                  </a:moveTo>
                  <a:lnTo>
                    <a:pt x="52" y="26"/>
                  </a:lnTo>
                  <a:lnTo>
                    <a:pt x="52" y="26"/>
                  </a:lnTo>
                  <a:lnTo>
                    <a:pt x="2" y="6"/>
                  </a:lnTo>
                  <a:lnTo>
                    <a:pt x="2" y="6"/>
                  </a:lnTo>
                  <a:lnTo>
                    <a:pt x="0" y="4"/>
                  </a:lnTo>
                  <a:lnTo>
                    <a:pt x="0" y="2"/>
                  </a:lnTo>
                  <a:lnTo>
                    <a:pt x="0" y="2"/>
                  </a:lnTo>
                  <a:lnTo>
                    <a:pt x="2" y="0"/>
                  </a:lnTo>
                  <a:lnTo>
                    <a:pt x="3" y="0"/>
                  </a:lnTo>
                  <a:lnTo>
                    <a:pt x="3" y="0"/>
                  </a:lnTo>
                  <a:lnTo>
                    <a:pt x="54" y="20"/>
                  </a:lnTo>
                  <a:lnTo>
                    <a:pt x="54" y="20"/>
                  </a:lnTo>
                  <a:lnTo>
                    <a:pt x="56" y="22"/>
                  </a:lnTo>
                  <a:lnTo>
                    <a:pt x="56" y="24"/>
                  </a:lnTo>
                  <a:lnTo>
                    <a:pt x="56" y="24"/>
                  </a:lnTo>
                  <a:lnTo>
                    <a:pt x="56" y="26"/>
                  </a:lnTo>
                  <a:lnTo>
                    <a:pt x="54" y="26"/>
                  </a:lnTo>
                  <a:lnTo>
                    <a:pt x="54" y="26"/>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962"/>
            <p:cNvSpPr>
              <a:spLocks/>
            </p:cNvSpPr>
            <p:nvPr/>
          </p:nvSpPr>
          <p:spPr bwMode="auto">
            <a:xfrm>
              <a:off x="9491662" y="2339975"/>
              <a:ext cx="47625" cy="14288"/>
            </a:xfrm>
            <a:custGeom>
              <a:avLst/>
              <a:gdLst>
                <a:gd name="T0" fmla="*/ 58 w 59"/>
                <a:gd name="T1" fmla="*/ 7 h 16"/>
                <a:gd name="T2" fmla="*/ 58 w 59"/>
                <a:gd name="T3" fmla="*/ 7 h 16"/>
                <a:gd name="T4" fmla="*/ 2 w 59"/>
                <a:gd name="T5" fmla="*/ 16 h 16"/>
                <a:gd name="T6" fmla="*/ 2 w 59"/>
                <a:gd name="T7" fmla="*/ 16 h 16"/>
                <a:gd name="T8" fmla="*/ 0 w 59"/>
                <a:gd name="T9" fmla="*/ 16 h 16"/>
                <a:gd name="T10" fmla="*/ 0 w 59"/>
                <a:gd name="T11" fmla="*/ 13 h 16"/>
                <a:gd name="T12" fmla="*/ 0 w 59"/>
                <a:gd name="T13" fmla="*/ 13 h 16"/>
                <a:gd name="T14" fmla="*/ 0 w 59"/>
                <a:gd name="T15" fmla="*/ 13 h 16"/>
                <a:gd name="T16" fmla="*/ 2 w 59"/>
                <a:gd name="T17" fmla="*/ 11 h 16"/>
                <a:gd name="T18" fmla="*/ 2 w 59"/>
                <a:gd name="T19" fmla="*/ 11 h 16"/>
                <a:gd name="T20" fmla="*/ 58 w 59"/>
                <a:gd name="T21" fmla="*/ 0 h 16"/>
                <a:gd name="T22" fmla="*/ 58 w 59"/>
                <a:gd name="T23" fmla="*/ 0 h 16"/>
                <a:gd name="T24" fmla="*/ 59 w 59"/>
                <a:gd name="T25" fmla="*/ 2 h 16"/>
                <a:gd name="T26" fmla="*/ 59 w 59"/>
                <a:gd name="T27" fmla="*/ 4 h 16"/>
                <a:gd name="T28" fmla="*/ 59 w 59"/>
                <a:gd name="T29" fmla="*/ 4 h 16"/>
                <a:gd name="T30" fmla="*/ 59 w 59"/>
                <a:gd name="T31" fmla="*/ 5 h 16"/>
                <a:gd name="T32" fmla="*/ 58 w 59"/>
                <a:gd name="T33" fmla="*/ 7 h 16"/>
                <a:gd name="T34" fmla="*/ 58 w 59"/>
                <a:gd name="T35" fmla="*/ 7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 h="16">
                  <a:moveTo>
                    <a:pt x="58" y="7"/>
                  </a:moveTo>
                  <a:lnTo>
                    <a:pt x="58" y="7"/>
                  </a:lnTo>
                  <a:lnTo>
                    <a:pt x="2" y="16"/>
                  </a:lnTo>
                  <a:lnTo>
                    <a:pt x="2" y="16"/>
                  </a:lnTo>
                  <a:lnTo>
                    <a:pt x="0" y="16"/>
                  </a:lnTo>
                  <a:lnTo>
                    <a:pt x="0" y="13"/>
                  </a:lnTo>
                  <a:lnTo>
                    <a:pt x="0" y="13"/>
                  </a:lnTo>
                  <a:lnTo>
                    <a:pt x="0" y="13"/>
                  </a:lnTo>
                  <a:lnTo>
                    <a:pt x="2" y="11"/>
                  </a:lnTo>
                  <a:lnTo>
                    <a:pt x="2" y="11"/>
                  </a:lnTo>
                  <a:lnTo>
                    <a:pt x="58" y="0"/>
                  </a:lnTo>
                  <a:lnTo>
                    <a:pt x="58" y="0"/>
                  </a:lnTo>
                  <a:lnTo>
                    <a:pt x="59" y="2"/>
                  </a:lnTo>
                  <a:lnTo>
                    <a:pt x="59" y="4"/>
                  </a:lnTo>
                  <a:lnTo>
                    <a:pt x="59" y="4"/>
                  </a:lnTo>
                  <a:lnTo>
                    <a:pt x="59" y="5"/>
                  </a:lnTo>
                  <a:lnTo>
                    <a:pt x="58" y="7"/>
                  </a:lnTo>
                  <a:lnTo>
                    <a:pt x="58" y="7"/>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963"/>
            <p:cNvSpPr>
              <a:spLocks/>
            </p:cNvSpPr>
            <p:nvPr/>
          </p:nvSpPr>
          <p:spPr bwMode="auto">
            <a:xfrm>
              <a:off x="9196387" y="2393950"/>
              <a:ext cx="46038" cy="12700"/>
            </a:xfrm>
            <a:custGeom>
              <a:avLst/>
              <a:gdLst>
                <a:gd name="T0" fmla="*/ 58 w 59"/>
                <a:gd name="T1" fmla="*/ 6 h 17"/>
                <a:gd name="T2" fmla="*/ 58 w 59"/>
                <a:gd name="T3" fmla="*/ 6 h 17"/>
                <a:gd name="T4" fmla="*/ 4 w 59"/>
                <a:gd name="T5" fmla="*/ 17 h 17"/>
                <a:gd name="T6" fmla="*/ 4 w 59"/>
                <a:gd name="T7" fmla="*/ 17 h 17"/>
                <a:gd name="T8" fmla="*/ 2 w 59"/>
                <a:gd name="T9" fmla="*/ 15 h 17"/>
                <a:gd name="T10" fmla="*/ 0 w 59"/>
                <a:gd name="T11" fmla="*/ 13 h 17"/>
                <a:gd name="T12" fmla="*/ 0 w 59"/>
                <a:gd name="T13" fmla="*/ 13 h 17"/>
                <a:gd name="T14" fmla="*/ 0 w 59"/>
                <a:gd name="T15" fmla="*/ 11 h 17"/>
                <a:gd name="T16" fmla="*/ 2 w 59"/>
                <a:gd name="T17" fmla="*/ 9 h 17"/>
                <a:gd name="T18" fmla="*/ 2 w 59"/>
                <a:gd name="T19" fmla="*/ 9 h 17"/>
                <a:gd name="T20" fmla="*/ 56 w 59"/>
                <a:gd name="T21" fmla="*/ 0 h 17"/>
                <a:gd name="T22" fmla="*/ 56 w 59"/>
                <a:gd name="T23" fmla="*/ 0 h 17"/>
                <a:gd name="T24" fmla="*/ 59 w 59"/>
                <a:gd name="T25" fmla="*/ 0 h 17"/>
                <a:gd name="T26" fmla="*/ 59 w 59"/>
                <a:gd name="T27" fmla="*/ 2 h 17"/>
                <a:gd name="T28" fmla="*/ 59 w 59"/>
                <a:gd name="T29" fmla="*/ 2 h 17"/>
                <a:gd name="T30" fmla="*/ 59 w 59"/>
                <a:gd name="T31" fmla="*/ 4 h 17"/>
                <a:gd name="T32" fmla="*/ 58 w 59"/>
                <a:gd name="T33" fmla="*/ 6 h 17"/>
                <a:gd name="T34" fmla="*/ 58 w 59"/>
                <a:gd name="T35"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 h="17">
                  <a:moveTo>
                    <a:pt x="58" y="6"/>
                  </a:moveTo>
                  <a:lnTo>
                    <a:pt x="58" y="6"/>
                  </a:lnTo>
                  <a:lnTo>
                    <a:pt x="4" y="17"/>
                  </a:lnTo>
                  <a:lnTo>
                    <a:pt x="4" y="17"/>
                  </a:lnTo>
                  <a:lnTo>
                    <a:pt x="2" y="15"/>
                  </a:lnTo>
                  <a:lnTo>
                    <a:pt x="0" y="13"/>
                  </a:lnTo>
                  <a:lnTo>
                    <a:pt x="0" y="13"/>
                  </a:lnTo>
                  <a:lnTo>
                    <a:pt x="0" y="11"/>
                  </a:lnTo>
                  <a:lnTo>
                    <a:pt x="2" y="9"/>
                  </a:lnTo>
                  <a:lnTo>
                    <a:pt x="2" y="9"/>
                  </a:lnTo>
                  <a:lnTo>
                    <a:pt x="56" y="0"/>
                  </a:lnTo>
                  <a:lnTo>
                    <a:pt x="56" y="0"/>
                  </a:lnTo>
                  <a:lnTo>
                    <a:pt x="59" y="0"/>
                  </a:lnTo>
                  <a:lnTo>
                    <a:pt x="59" y="2"/>
                  </a:lnTo>
                  <a:lnTo>
                    <a:pt x="59" y="2"/>
                  </a:lnTo>
                  <a:lnTo>
                    <a:pt x="59" y="4"/>
                  </a:lnTo>
                  <a:lnTo>
                    <a:pt x="58" y="6"/>
                  </a:lnTo>
                  <a:lnTo>
                    <a:pt x="58" y="6"/>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964"/>
            <p:cNvSpPr>
              <a:spLocks/>
            </p:cNvSpPr>
            <p:nvPr/>
          </p:nvSpPr>
          <p:spPr bwMode="auto">
            <a:xfrm>
              <a:off x="9464675" y="2260600"/>
              <a:ext cx="38100" cy="31750"/>
            </a:xfrm>
            <a:custGeom>
              <a:avLst/>
              <a:gdLst>
                <a:gd name="T0" fmla="*/ 2 w 49"/>
                <a:gd name="T1" fmla="*/ 40 h 40"/>
                <a:gd name="T2" fmla="*/ 2 w 49"/>
                <a:gd name="T3" fmla="*/ 40 h 40"/>
                <a:gd name="T4" fmla="*/ 0 w 49"/>
                <a:gd name="T5" fmla="*/ 40 h 40"/>
                <a:gd name="T6" fmla="*/ 0 w 49"/>
                <a:gd name="T7" fmla="*/ 40 h 40"/>
                <a:gd name="T8" fmla="*/ 0 w 49"/>
                <a:gd name="T9" fmla="*/ 38 h 40"/>
                <a:gd name="T10" fmla="*/ 2 w 49"/>
                <a:gd name="T11" fmla="*/ 36 h 40"/>
                <a:gd name="T12" fmla="*/ 2 w 49"/>
                <a:gd name="T13" fmla="*/ 36 h 40"/>
                <a:gd name="T14" fmla="*/ 43 w 49"/>
                <a:gd name="T15" fmla="*/ 0 h 40"/>
                <a:gd name="T16" fmla="*/ 43 w 49"/>
                <a:gd name="T17" fmla="*/ 0 h 40"/>
                <a:gd name="T18" fmla="*/ 45 w 49"/>
                <a:gd name="T19" fmla="*/ 0 h 40"/>
                <a:gd name="T20" fmla="*/ 49 w 49"/>
                <a:gd name="T21" fmla="*/ 0 h 40"/>
                <a:gd name="T22" fmla="*/ 49 w 49"/>
                <a:gd name="T23" fmla="*/ 0 h 40"/>
                <a:gd name="T24" fmla="*/ 49 w 49"/>
                <a:gd name="T25" fmla="*/ 2 h 40"/>
                <a:gd name="T26" fmla="*/ 47 w 49"/>
                <a:gd name="T27" fmla="*/ 6 h 40"/>
                <a:gd name="T28" fmla="*/ 47 w 49"/>
                <a:gd name="T29" fmla="*/ 6 h 40"/>
                <a:gd name="T30" fmla="*/ 5 w 49"/>
                <a:gd name="T31" fmla="*/ 40 h 40"/>
                <a:gd name="T32" fmla="*/ 5 w 49"/>
                <a:gd name="T33" fmla="*/ 40 h 40"/>
                <a:gd name="T34" fmla="*/ 2 w 49"/>
                <a:gd name="T35" fmla="*/ 40 h 40"/>
                <a:gd name="T36" fmla="*/ 2 w 49"/>
                <a:gd name="T37"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 h="40">
                  <a:moveTo>
                    <a:pt x="2" y="40"/>
                  </a:moveTo>
                  <a:lnTo>
                    <a:pt x="2" y="40"/>
                  </a:lnTo>
                  <a:lnTo>
                    <a:pt x="0" y="40"/>
                  </a:lnTo>
                  <a:lnTo>
                    <a:pt x="0" y="40"/>
                  </a:lnTo>
                  <a:lnTo>
                    <a:pt x="0" y="38"/>
                  </a:lnTo>
                  <a:lnTo>
                    <a:pt x="2" y="36"/>
                  </a:lnTo>
                  <a:lnTo>
                    <a:pt x="2" y="36"/>
                  </a:lnTo>
                  <a:lnTo>
                    <a:pt x="43" y="0"/>
                  </a:lnTo>
                  <a:lnTo>
                    <a:pt x="43" y="0"/>
                  </a:lnTo>
                  <a:lnTo>
                    <a:pt x="45" y="0"/>
                  </a:lnTo>
                  <a:lnTo>
                    <a:pt x="49" y="0"/>
                  </a:lnTo>
                  <a:lnTo>
                    <a:pt x="49" y="0"/>
                  </a:lnTo>
                  <a:lnTo>
                    <a:pt x="49" y="2"/>
                  </a:lnTo>
                  <a:lnTo>
                    <a:pt x="47" y="6"/>
                  </a:lnTo>
                  <a:lnTo>
                    <a:pt x="47" y="6"/>
                  </a:lnTo>
                  <a:lnTo>
                    <a:pt x="5" y="40"/>
                  </a:lnTo>
                  <a:lnTo>
                    <a:pt x="5" y="40"/>
                  </a:lnTo>
                  <a:lnTo>
                    <a:pt x="2" y="40"/>
                  </a:lnTo>
                  <a:lnTo>
                    <a:pt x="2" y="40"/>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965"/>
            <p:cNvSpPr>
              <a:spLocks/>
            </p:cNvSpPr>
            <p:nvPr/>
          </p:nvSpPr>
          <p:spPr bwMode="auto">
            <a:xfrm>
              <a:off x="9232900" y="2454275"/>
              <a:ext cx="38100" cy="33338"/>
            </a:xfrm>
            <a:custGeom>
              <a:avLst/>
              <a:gdLst>
                <a:gd name="T0" fmla="*/ 3 w 48"/>
                <a:gd name="T1" fmla="*/ 41 h 41"/>
                <a:gd name="T2" fmla="*/ 3 w 48"/>
                <a:gd name="T3" fmla="*/ 41 h 41"/>
                <a:gd name="T4" fmla="*/ 2 w 48"/>
                <a:gd name="T5" fmla="*/ 39 h 41"/>
                <a:gd name="T6" fmla="*/ 2 w 48"/>
                <a:gd name="T7" fmla="*/ 39 h 41"/>
                <a:gd name="T8" fmla="*/ 0 w 48"/>
                <a:gd name="T9" fmla="*/ 38 h 41"/>
                <a:gd name="T10" fmla="*/ 2 w 48"/>
                <a:gd name="T11" fmla="*/ 36 h 41"/>
                <a:gd name="T12" fmla="*/ 2 w 48"/>
                <a:gd name="T13" fmla="*/ 36 h 41"/>
                <a:gd name="T14" fmla="*/ 45 w 48"/>
                <a:gd name="T15" fmla="*/ 0 h 41"/>
                <a:gd name="T16" fmla="*/ 45 w 48"/>
                <a:gd name="T17" fmla="*/ 0 h 41"/>
                <a:gd name="T18" fmla="*/ 47 w 48"/>
                <a:gd name="T19" fmla="*/ 0 h 41"/>
                <a:gd name="T20" fmla="*/ 48 w 48"/>
                <a:gd name="T21" fmla="*/ 0 h 41"/>
                <a:gd name="T22" fmla="*/ 48 w 48"/>
                <a:gd name="T23" fmla="*/ 0 h 41"/>
                <a:gd name="T24" fmla="*/ 48 w 48"/>
                <a:gd name="T25" fmla="*/ 2 h 41"/>
                <a:gd name="T26" fmla="*/ 48 w 48"/>
                <a:gd name="T27" fmla="*/ 3 h 41"/>
                <a:gd name="T28" fmla="*/ 48 w 48"/>
                <a:gd name="T29" fmla="*/ 3 h 41"/>
                <a:gd name="T30" fmla="*/ 5 w 48"/>
                <a:gd name="T31" fmla="*/ 39 h 41"/>
                <a:gd name="T32" fmla="*/ 5 w 48"/>
                <a:gd name="T33" fmla="*/ 39 h 41"/>
                <a:gd name="T34" fmla="*/ 3 w 48"/>
                <a:gd name="T35" fmla="*/ 39 h 41"/>
                <a:gd name="T36" fmla="*/ 3 w 48"/>
                <a:gd name="T37" fmla="*/ 41 h 41"/>
                <a:gd name="T38" fmla="*/ 3 w 48"/>
                <a:gd name="T39"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 h="41">
                  <a:moveTo>
                    <a:pt x="3" y="41"/>
                  </a:moveTo>
                  <a:lnTo>
                    <a:pt x="3" y="41"/>
                  </a:lnTo>
                  <a:lnTo>
                    <a:pt x="2" y="39"/>
                  </a:lnTo>
                  <a:lnTo>
                    <a:pt x="2" y="39"/>
                  </a:lnTo>
                  <a:lnTo>
                    <a:pt x="0" y="38"/>
                  </a:lnTo>
                  <a:lnTo>
                    <a:pt x="2" y="36"/>
                  </a:lnTo>
                  <a:lnTo>
                    <a:pt x="2" y="36"/>
                  </a:lnTo>
                  <a:lnTo>
                    <a:pt x="45" y="0"/>
                  </a:lnTo>
                  <a:lnTo>
                    <a:pt x="45" y="0"/>
                  </a:lnTo>
                  <a:lnTo>
                    <a:pt x="47" y="0"/>
                  </a:lnTo>
                  <a:lnTo>
                    <a:pt x="48" y="0"/>
                  </a:lnTo>
                  <a:lnTo>
                    <a:pt x="48" y="0"/>
                  </a:lnTo>
                  <a:lnTo>
                    <a:pt x="48" y="2"/>
                  </a:lnTo>
                  <a:lnTo>
                    <a:pt x="48" y="3"/>
                  </a:lnTo>
                  <a:lnTo>
                    <a:pt x="48" y="3"/>
                  </a:lnTo>
                  <a:lnTo>
                    <a:pt x="5" y="39"/>
                  </a:lnTo>
                  <a:lnTo>
                    <a:pt x="5" y="39"/>
                  </a:lnTo>
                  <a:lnTo>
                    <a:pt x="3" y="39"/>
                  </a:lnTo>
                  <a:lnTo>
                    <a:pt x="3" y="41"/>
                  </a:lnTo>
                  <a:lnTo>
                    <a:pt x="3" y="41"/>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966"/>
            <p:cNvSpPr>
              <a:spLocks/>
            </p:cNvSpPr>
            <p:nvPr/>
          </p:nvSpPr>
          <p:spPr bwMode="auto">
            <a:xfrm>
              <a:off x="9409112" y="2209800"/>
              <a:ext cx="19050" cy="46038"/>
            </a:xfrm>
            <a:custGeom>
              <a:avLst/>
              <a:gdLst>
                <a:gd name="T0" fmla="*/ 3 w 23"/>
                <a:gd name="T1" fmla="*/ 57 h 57"/>
                <a:gd name="T2" fmla="*/ 3 w 23"/>
                <a:gd name="T3" fmla="*/ 57 h 57"/>
                <a:gd name="T4" fmla="*/ 2 w 23"/>
                <a:gd name="T5" fmla="*/ 55 h 57"/>
                <a:gd name="T6" fmla="*/ 2 w 23"/>
                <a:gd name="T7" fmla="*/ 55 h 57"/>
                <a:gd name="T8" fmla="*/ 0 w 23"/>
                <a:gd name="T9" fmla="*/ 55 h 57"/>
                <a:gd name="T10" fmla="*/ 0 w 23"/>
                <a:gd name="T11" fmla="*/ 52 h 57"/>
                <a:gd name="T12" fmla="*/ 0 w 23"/>
                <a:gd name="T13" fmla="*/ 52 h 57"/>
                <a:gd name="T14" fmla="*/ 19 w 23"/>
                <a:gd name="T15" fmla="*/ 1 h 57"/>
                <a:gd name="T16" fmla="*/ 19 w 23"/>
                <a:gd name="T17" fmla="*/ 1 h 57"/>
                <a:gd name="T18" fmla="*/ 19 w 23"/>
                <a:gd name="T19" fmla="*/ 0 h 57"/>
                <a:gd name="T20" fmla="*/ 23 w 23"/>
                <a:gd name="T21" fmla="*/ 0 h 57"/>
                <a:gd name="T22" fmla="*/ 23 w 23"/>
                <a:gd name="T23" fmla="*/ 0 h 57"/>
                <a:gd name="T24" fmla="*/ 23 w 23"/>
                <a:gd name="T25" fmla="*/ 1 h 57"/>
                <a:gd name="T26" fmla="*/ 23 w 23"/>
                <a:gd name="T27" fmla="*/ 3 h 57"/>
                <a:gd name="T28" fmla="*/ 23 w 23"/>
                <a:gd name="T29" fmla="*/ 3 h 57"/>
                <a:gd name="T30" fmla="*/ 5 w 23"/>
                <a:gd name="T31" fmla="*/ 55 h 57"/>
                <a:gd name="T32" fmla="*/ 5 w 23"/>
                <a:gd name="T33" fmla="*/ 55 h 57"/>
                <a:gd name="T34" fmla="*/ 3 w 23"/>
                <a:gd name="T35" fmla="*/ 57 h 57"/>
                <a:gd name="T36" fmla="*/ 3 w 23"/>
                <a:gd name="T3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57">
                  <a:moveTo>
                    <a:pt x="3" y="57"/>
                  </a:moveTo>
                  <a:lnTo>
                    <a:pt x="3" y="57"/>
                  </a:lnTo>
                  <a:lnTo>
                    <a:pt x="2" y="55"/>
                  </a:lnTo>
                  <a:lnTo>
                    <a:pt x="2" y="55"/>
                  </a:lnTo>
                  <a:lnTo>
                    <a:pt x="0" y="55"/>
                  </a:lnTo>
                  <a:lnTo>
                    <a:pt x="0" y="52"/>
                  </a:lnTo>
                  <a:lnTo>
                    <a:pt x="0" y="52"/>
                  </a:lnTo>
                  <a:lnTo>
                    <a:pt x="19" y="1"/>
                  </a:lnTo>
                  <a:lnTo>
                    <a:pt x="19" y="1"/>
                  </a:lnTo>
                  <a:lnTo>
                    <a:pt x="19" y="0"/>
                  </a:lnTo>
                  <a:lnTo>
                    <a:pt x="23" y="0"/>
                  </a:lnTo>
                  <a:lnTo>
                    <a:pt x="23" y="0"/>
                  </a:lnTo>
                  <a:lnTo>
                    <a:pt x="23" y="1"/>
                  </a:lnTo>
                  <a:lnTo>
                    <a:pt x="23" y="3"/>
                  </a:lnTo>
                  <a:lnTo>
                    <a:pt x="23" y="3"/>
                  </a:lnTo>
                  <a:lnTo>
                    <a:pt x="5" y="55"/>
                  </a:lnTo>
                  <a:lnTo>
                    <a:pt x="5" y="55"/>
                  </a:lnTo>
                  <a:lnTo>
                    <a:pt x="3" y="57"/>
                  </a:lnTo>
                  <a:lnTo>
                    <a:pt x="3" y="57"/>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967"/>
            <p:cNvSpPr>
              <a:spLocks/>
            </p:cNvSpPr>
            <p:nvPr/>
          </p:nvSpPr>
          <p:spPr bwMode="auto">
            <a:xfrm>
              <a:off x="9305925" y="2492375"/>
              <a:ext cx="19050" cy="46038"/>
            </a:xfrm>
            <a:custGeom>
              <a:avLst/>
              <a:gdLst>
                <a:gd name="T0" fmla="*/ 4 w 26"/>
                <a:gd name="T1" fmla="*/ 57 h 57"/>
                <a:gd name="T2" fmla="*/ 4 w 26"/>
                <a:gd name="T3" fmla="*/ 57 h 57"/>
                <a:gd name="T4" fmla="*/ 4 w 26"/>
                <a:gd name="T5" fmla="*/ 57 h 57"/>
                <a:gd name="T6" fmla="*/ 2 w 26"/>
                <a:gd name="T7" fmla="*/ 55 h 57"/>
                <a:gd name="T8" fmla="*/ 0 w 26"/>
                <a:gd name="T9" fmla="*/ 53 h 57"/>
                <a:gd name="T10" fmla="*/ 0 w 26"/>
                <a:gd name="T11" fmla="*/ 53 h 57"/>
                <a:gd name="T12" fmla="*/ 20 w 26"/>
                <a:gd name="T13" fmla="*/ 1 h 57"/>
                <a:gd name="T14" fmla="*/ 20 w 26"/>
                <a:gd name="T15" fmla="*/ 1 h 57"/>
                <a:gd name="T16" fmla="*/ 22 w 26"/>
                <a:gd name="T17" fmla="*/ 0 h 57"/>
                <a:gd name="T18" fmla="*/ 24 w 26"/>
                <a:gd name="T19" fmla="*/ 0 h 57"/>
                <a:gd name="T20" fmla="*/ 24 w 26"/>
                <a:gd name="T21" fmla="*/ 0 h 57"/>
                <a:gd name="T22" fmla="*/ 26 w 26"/>
                <a:gd name="T23" fmla="*/ 1 h 57"/>
                <a:gd name="T24" fmla="*/ 26 w 26"/>
                <a:gd name="T25" fmla="*/ 3 h 57"/>
                <a:gd name="T26" fmla="*/ 26 w 26"/>
                <a:gd name="T27" fmla="*/ 3 h 57"/>
                <a:gd name="T28" fmla="*/ 8 w 26"/>
                <a:gd name="T29" fmla="*/ 55 h 57"/>
                <a:gd name="T30" fmla="*/ 8 w 26"/>
                <a:gd name="T31" fmla="*/ 55 h 57"/>
                <a:gd name="T32" fmla="*/ 6 w 26"/>
                <a:gd name="T33" fmla="*/ 57 h 57"/>
                <a:gd name="T34" fmla="*/ 4 w 26"/>
                <a:gd name="T35" fmla="*/ 57 h 57"/>
                <a:gd name="T36" fmla="*/ 4 w 26"/>
                <a:gd name="T3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57">
                  <a:moveTo>
                    <a:pt x="4" y="57"/>
                  </a:moveTo>
                  <a:lnTo>
                    <a:pt x="4" y="57"/>
                  </a:lnTo>
                  <a:lnTo>
                    <a:pt x="4" y="57"/>
                  </a:lnTo>
                  <a:lnTo>
                    <a:pt x="2" y="55"/>
                  </a:lnTo>
                  <a:lnTo>
                    <a:pt x="0" y="53"/>
                  </a:lnTo>
                  <a:lnTo>
                    <a:pt x="0" y="53"/>
                  </a:lnTo>
                  <a:lnTo>
                    <a:pt x="20" y="1"/>
                  </a:lnTo>
                  <a:lnTo>
                    <a:pt x="20" y="1"/>
                  </a:lnTo>
                  <a:lnTo>
                    <a:pt x="22" y="0"/>
                  </a:lnTo>
                  <a:lnTo>
                    <a:pt x="24" y="0"/>
                  </a:lnTo>
                  <a:lnTo>
                    <a:pt x="24" y="0"/>
                  </a:lnTo>
                  <a:lnTo>
                    <a:pt x="26" y="1"/>
                  </a:lnTo>
                  <a:lnTo>
                    <a:pt x="26" y="3"/>
                  </a:lnTo>
                  <a:lnTo>
                    <a:pt x="26" y="3"/>
                  </a:lnTo>
                  <a:lnTo>
                    <a:pt x="8" y="55"/>
                  </a:lnTo>
                  <a:lnTo>
                    <a:pt x="8" y="55"/>
                  </a:lnTo>
                  <a:lnTo>
                    <a:pt x="6" y="57"/>
                  </a:lnTo>
                  <a:lnTo>
                    <a:pt x="4" y="57"/>
                  </a:lnTo>
                  <a:lnTo>
                    <a:pt x="4" y="57"/>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968"/>
            <p:cNvSpPr>
              <a:spLocks/>
            </p:cNvSpPr>
            <p:nvPr/>
          </p:nvSpPr>
          <p:spPr bwMode="auto">
            <a:xfrm>
              <a:off x="9305925" y="2209800"/>
              <a:ext cx="19050" cy="46038"/>
            </a:xfrm>
            <a:custGeom>
              <a:avLst/>
              <a:gdLst>
                <a:gd name="T0" fmla="*/ 24 w 26"/>
                <a:gd name="T1" fmla="*/ 55 h 57"/>
                <a:gd name="T2" fmla="*/ 24 w 26"/>
                <a:gd name="T3" fmla="*/ 55 h 57"/>
                <a:gd name="T4" fmla="*/ 22 w 26"/>
                <a:gd name="T5" fmla="*/ 57 h 57"/>
                <a:gd name="T6" fmla="*/ 20 w 26"/>
                <a:gd name="T7" fmla="*/ 55 h 57"/>
                <a:gd name="T8" fmla="*/ 20 w 26"/>
                <a:gd name="T9" fmla="*/ 55 h 57"/>
                <a:gd name="T10" fmla="*/ 0 w 26"/>
                <a:gd name="T11" fmla="*/ 3 h 57"/>
                <a:gd name="T12" fmla="*/ 0 w 26"/>
                <a:gd name="T13" fmla="*/ 3 h 57"/>
                <a:gd name="T14" fmla="*/ 4 w 26"/>
                <a:gd name="T15" fmla="*/ 0 h 57"/>
                <a:gd name="T16" fmla="*/ 4 w 26"/>
                <a:gd name="T17" fmla="*/ 0 h 57"/>
                <a:gd name="T18" fmla="*/ 6 w 26"/>
                <a:gd name="T19" fmla="*/ 0 h 57"/>
                <a:gd name="T20" fmla="*/ 8 w 26"/>
                <a:gd name="T21" fmla="*/ 1 h 57"/>
                <a:gd name="T22" fmla="*/ 8 w 26"/>
                <a:gd name="T23" fmla="*/ 1 h 57"/>
                <a:gd name="T24" fmla="*/ 26 w 26"/>
                <a:gd name="T25" fmla="*/ 52 h 57"/>
                <a:gd name="T26" fmla="*/ 26 w 26"/>
                <a:gd name="T27" fmla="*/ 52 h 57"/>
                <a:gd name="T28" fmla="*/ 26 w 26"/>
                <a:gd name="T29" fmla="*/ 55 h 57"/>
                <a:gd name="T30" fmla="*/ 24 w 26"/>
                <a:gd name="T31" fmla="*/ 55 h 57"/>
                <a:gd name="T32" fmla="*/ 24 w 26"/>
                <a:gd name="T33" fmla="*/ 5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57">
                  <a:moveTo>
                    <a:pt x="24" y="55"/>
                  </a:moveTo>
                  <a:lnTo>
                    <a:pt x="24" y="55"/>
                  </a:lnTo>
                  <a:lnTo>
                    <a:pt x="22" y="57"/>
                  </a:lnTo>
                  <a:lnTo>
                    <a:pt x="20" y="55"/>
                  </a:lnTo>
                  <a:lnTo>
                    <a:pt x="20" y="55"/>
                  </a:lnTo>
                  <a:lnTo>
                    <a:pt x="0" y="3"/>
                  </a:lnTo>
                  <a:lnTo>
                    <a:pt x="0" y="3"/>
                  </a:lnTo>
                  <a:lnTo>
                    <a:pt x="4" y="0"/>
                  </a:lnTo>
                  <a:lnTo>
                    <a:pt x="4" y="0"/>
                  </a:lnTo>
                  <a:lnTo>
                    <a:pt x="6" y="0"/>
                  </a:lnTo>
                  <a:lnTo>
                    <a:pt x="8" y="1"/>
                  </a:lnTo>
                  <a:lnTo>
                    <a:pt x="8" y="1"/>
                  </a:lnTo>
                  <a:lnTo>
                    <a:pt x="26" y="52"/>
                  </a:lnTo>
                  <a:lnTo>
                    <a:pt x="26" y="52"/>
                  </a:lnTo>
                  <a:lnTo>
                    <a:pt x="26" y="55"/>
                  </a:lnTo>
                  <a:lnTo>
                    <a:pt x="24" y="55"/>
                  </a:lnTo>
                  <a:lnTo>
                    <a:pt x="24" y="55"/>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969"/>
            <p:cNvSpPr>
              <a:spLocks/>
            </p:cNvSpPr>
            <p:nvPr/>
          </p:nvSpPr>
          <p:spPr bwMode="auto">
            <a:xfrm>
              <a:off x="9409112" y="2492375"/>
              <a:ext cx="19050" cy="46038"/>
            </a:xfrm>
            <a:custGeom>
              <a:avLst/>
              <a:gdLst>
                <a:gd name="T0" fmla="*/ 23 w 23"/>
                <a:gd name="T1" fmla="*/ 57 h 57"/>
                <a:gd name="T2" fmla="*/ 23 w 23"/>
                <a:gd name="T3" fmla="*/ 57 h 57"/>
                <a:gd name="T4" fmla="*/ 19 w 23"/>
                <a:gd name="T5" fmla="*/ 57 h 57"/>
                <a:gd name="T6" fmla="*/ 19 w 23"/>
                <a:gd name="T7" fmla="*/ 55 h 57"/>
                <a:gd name="T8" fmla="*/ 19 w 23"/>
                <a:gd name="T9" fmla="*/ 55 h 57"/>
                <a:gd name="T10" fmla="*/ 0 w 23"/>
                <a:gd name="T11" fmla="*/ 3 h 57"/>
                <a:gd name="T12" fmla="*/ 0 w 23"/>
                <a:gd name="T13" fmla="*/ 3 h 57"/>
                <a:gd name="T14" fmla="*/ 0 w 23"/>
                <a:gd name="T15" fmla="*/ 1 h 57"/>
                <a:gd name="T16" fmla="*/ 2 w 23"/>
                <a:gd name="T17" fmla="*/ 0 h 57"/>
                <a:gd name="T18" fmla="*/ 2 w 23"/>
                <a:gd name="T19" fmla="*/ 0 h 57"/>
                <a:gd name="T20" fmla="*/ 3 w 23"/>
                <a:gd name="T21" fmla="*/ 0 h 57"/>
                <a:gd name="T22" fmla="*/ 5 w 23"/>
                <a:gd name="T23" fmla="*/ 1 h 57"/>
                <a:gd name="T24" fmla="*/ 5 w 23"/>
                <a:gd name="T25" fmla="*/ 1 h 57"/>
                <a:gd name="T26" fmla="*/ 23 w 23"/>
                <a:gd name="T27" fmla="*/ 53 h 57"/>
                <a:gd name="T28" fmla="*/ 23 w 23"/>
                <a:gd name="T29" fmla="*/ 53 h 57"/>
                <a:gd name="T30" fmla="*/ 23 w 23"/>
                <a:gd name="T31" fmla="*/ 55 h 57"/>
                <a:gd name="T32" fmla="*/ 23 w 23"/>
                <a:gd name="T33" fmla="*/ 57 h 57"/>
                <a:gd name="T34" fmla="*/ 23 w 23"/>
                <a:gd name="T35"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57">
                  <a:moveTo>
                    <a:pt x="23" y="57"/>
                  </a:moveTo>
                  <a:lnTo>
                    <a:pt x="23" y="57"/>
                  </a:lnTo>
                  <a:lnTo>
                    <a:pt x="19" y="57"/>
                  </a:lnTo>
                  <a:lnTo>
                    <a:pt x="19" y="55"/>
                  </a:lnTo>
                  <a:lnTo>
                    <a:pt x="19" y="55"/>
                  </a:lnTo>
                  <a:lnTo>
                    <a:pt x="0" y="3"/>
                  </a:lnTo>
                  <a:lnTo>
                    <a:pt x="0" y="3"/>
                  </a:lnTo>
                  <a:lnTo>
                    <a:pt x="0" y="1"/>
                  </a:lnTo>
                  <a:lnTo>
                    <a:pt x="2" y="0"/>
                  </a:lnTo>
                  <a:lnTo>
                    <a:pt x="2" y="0"/>
                  </a:lnTo>
                  <a:lnTo>
                    <a:pt x="3" y="0"/>
                  </a:lnTo>
                  <a:lnTo>
                    <a:pt x="5" y="1"/>
                  </a:lnTo>
                  <a:lnTo>
                    <a:pt x="5" y="1"/>
                  </a:lnTo>
                  <a:lnTo>
                    <a:pt x="23" y="53"/>
                  </a:lnTo>
                  <a:lnTo>
                    <a:pt x="23" y="53"/>
                  </a:lnTo>
                  <a:lnTo>
                    <a:pt x="23" y="55"/>
                  </a:lnTo>
                  <a:lnTo>
                    <a:pt x="23" y="57"/>
                  </a:lnTo>
                  <a:lnTo>
                    <a:pt x="23" y="57"/>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970"/>
            <p:cNvSpPr>
              <a:spLocks/>
            </p:cNvSpPr>
            <p:nvPr/>
          </p:nvSpPr>
          <p:spPr bwMode="auto">
            <a:xfrm>
              <a:off x="9232900" y="2260600"/>
              <a:ext cx="38100" cy="31750"/>
            </a:xfrm>
            <a:custGeom>
              <a:avLst/>
              <a:gdLst>
                <a:gd name="T0" fmla="*/ 48 w 48"/>
                <a:gd name="T1" fmla="*/ 40 h 40"/>
                <a:gd name="T2" fmla="*/ 48 w 48"/>
                <a:gd name="T3" fmla="*/ 40 h 40"/>
                <a:gd name="T4" fmla="*/ 45 w 48"/>
                <a:gd name="T5" fmla="*/ 40 h 40"/>
                <a:gd name="T6" fmla="*/ 45 w 48"/>
                <a:gd name="T7" fmla="*/ 40 h 40"/>
                <a:gd name="T8" fmla="*/ 2 w 48"/>
                <a:gd name="T9" fmla="*/ 6 h 40"/>
                <a:gd name="T10" fmla="*/ 2 w 48"/>
                <a:gd name="T11" fmla="*/ 6 h 40"/>
                <a:gd name="T12" fmla="*/ 0 w 48"/>
                <a:gd name="T13" fmla="*/ 2 h 40"/>
                <a:gd name="T14" fmla="*/ 2 w 48"/>
                <a:gd name="T15" fmla="*/ 0 h 40"/>
                <a:gd name="T16" fmla="*/ 2 w 48"/>
                <a:gd name="T17" fmla="*/ 0 h 40"/>
                <a:gd name="T18" fmla="*/ 3 w 48"/>
                <a:gd name="T19" fmla="*/ 0 h 40"/>
                <a:gd name="T20" fmla="*/ 5 w 48"/>
                <a:gd name="T21" fmla="*/ 0 h 40"/>
                <a:gd name="T22" fmla="*/ 5 w 48"/>
                <a:gd name="T23" fmla="*/ 0 h 40"/>
                <a:gd name="T24" fmla="*/ 48 w 48"/>
                <a:gd name="T25" fmla="*/ 36 h 40"/>
                <a:gd name="T26" fmla="*/ 48 w 48"/>
                <a:gd name="T27" fmla="*/ 36 h 40"/>
                <a:gd name="T28" fmla="*/ 48 w 48"/>
                <a:gd name="T29" fmla="*/ 38 h 40"/>
                <a:gd name="T30" fmla="*/ 48 w 48"/>
                <a:gd name="T31" fmla="*/ 40 h 40"/>
                <a:gd name="T32" fmla="*/ 48 w 48"/>
                <a:gd name="T33" fmla="*/ 40 h 40"/>
                <a:gd name="T34" fmla="*/ 48 w 48"/>
                <a:gd name="T35" fmla="*/ 40 h 40"/>
                <a:gd name="T36" fmla="*/ 48 w 48"/>
                <a:gd name="T37"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 h="40">
                  <a:moveTo>
                    <a:pt x="48" y="40"/>
                  </a:moveTo>
                  <a:lnTo>
                    <a:pt x="48" y="40"/>
                  </a:lnTo>
                  <a:lnTo>
                    <a:pt x="45" y="40"/>
                  </a:lnTo>
                  <a:lnTo>
                    <a:pt x="45" y="40"/>
                  </a:lnTo>
                  <a:lnTo>
                    <a:pt x="2" y="6"/>
                  </a:lnTo>
                  <a:lnTo>
                    <a:pt x="2" y="6"/>
                  </a:lnTo>
                  <a:lnTo>
                    <a:pt x="0" y="2"/>
                  </a:lnTo>
                  <a:lnTo>
                    <a:pt x="2" y="0"/>
                  </a:lnTo>
                  <a:lnTo>
                    <a:pt x="2" y="0"/>
                  </a:lnTo>
                  <a:lnTo>
                    <a:pt x="3" y="0"/>
                  </a:lnTo>
                  <a:lnTo>
                    <a:pt x="5" y="0"/>
                  </a:lnTo>
                  <a:lnTo>
                    <a:pt x="5" y="0"/>
                  </a:lnTo>
                  <a:lnTo>
                    <a:pt x="48" y="36"/>
                  </a:lnTo>
                  <a:lnTo>
                    <a:pt x="48" y="36"/>
                  </a:lnTo>
                  <a:lnTo>
                    <a:pt x="48" y="38"/>
                  </a:lnTo>
                  <a:lnTo>
                    <a:pt x="48" y="40"/>
                  </a:lnTo>
                  <a:lnTo>
                    <a:pt x="48" y="40"/>
                  </a:lnTo>
                  <a:lnTo>
                    <a:pt x="48" y="40"/>
                  </a:lnTo>
                  <a:lnTo>
                    <a:pt x="48" y="40"/>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971"/>
            <p:cNvSpPr>
              <a:spLocks/>
            </p:cNvSpPr>
            <p:nvPr/>
          </p:nvSpPr>
          <p:spPr bwMode="auto">
            <a:xfrm>
              <a:off x="9464675" y="2454275"/>
              <a:ext cx="38100" cy="33338"/>
            </a:xfrm>
            <a:custGeom>
              <a:avLst/>
              <a:gdLst>
                <a:gd name="T0" fmla="*/ 47 w 49"/>
                <a:gd name="T1" fmla="*/ 41 h 41"/>
                <a:gd name="T2" fmla="*/ 47 w 49"/>
                <a:gd name="T3" fmla="*/ 41 h 41"/>
                <a:gd name="T4" fmla="*/ 45 w 49"/>
                <a:gd name="T5" fmla="*/ 39 h 41"/>
                <a:gd name="T6" fmla="*/ 43 w 49"/>
                <a:gd name="T7" fmla="*/ 39 h 41"/>
                <a:gd name="T8" fmla="*/ 43 w 49"/>
                <a:gd name="T9" fmla="*/ 39 h 41"/>
                <a:gd name="T10" fmla="*/ 2 w 49"/>
                <a:gd name="T11" fmla="*/ 3 h 41"/>
                <a:gd name="T12" fmla="*/ 2 w 49"/>
                <a:gd name="T13" fmla="*/ 3 h 41"/>
                <a:gd name="T14" fmla="*/ 0 w 49"/>
                <a:gd name="T15" fmla="*/ 2 h 41"/>
                <a:gd name="T16" fmla="*/ 0 w 49"/>
                <a:gd name="T17" fmla="*/ 0 h 41"/>
                <a:gd name="T18" fmla="*/ 0 w 49"/>
                <a:gd name="T19" fmla="*/ 0 h 41"/>
                <a:gd name="T20" fmla="*/ 2 w 49"/>
                <a:gd name="T21" fmla="*/ 0 h 41"/>
                <a:gd name="T22" fmla="*/ 5 w 49"/>
                <a:gd name="T23" fmla="*/ 0 h 41"/>
                <a:gd name="T24" fmla="*/ 5 w 49"/>
                <a:gd name="T25" fmla="*/ 0 h 41"/>
                <a:gd name="T26" fmla="*/ 47 w 49"/>
                <a:gd name="T27" fmla="*/ 36 h 41"/>
                <a:gd name="T28" fmla="*/ 47 w 49"/>
                <a:gd name="T29" fmla="*/ 36 h 41"/>
                <a:gd name="T30" fmla="*/ 49 w 49"/>
                <a:gd name="T31" fmla="*/ 38 h 41"/>
                <a:gd name="T32" fmla="*/ 49 w 49"/>
                <a:gd name="T33" fmla="*/ 39 h 41"/>
                <a:gd name="T34" fmla="*/ 49 w 49"/>
                <a:gd name="T35" fmla="*/ 39 h 41"/>
                <a:gd name="T36" fmla="*/ 47 w 49"/>
                <a:gd name="T37" fmla="*/ 39 h 41"/>
                <a:gd name="T38" fmla="*/ 47 w 49"/>
                <a:gd name="T39" fmla="*/ 41 h 41"/>
                <a:gd name="T40" fmla="*/ 47 w 49"/>
                <a:gd name="T41"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41">
                  <a:moveTo>
                    <a:pt x="47" y="41"/>
                  </a:moveTo>
                  <a:lnTo>
                    <a:pt x="47" y="41"/>
                  </a:lnTo>
                  <a:lnTo>
                    <a:pt x="45" y="39"/>
                  </a:lnTo>
                  <a:lnTo>
                    <a:pt x="43" y="39"/>
                  </a:lnTo>
                  <a:lnTo>
                    <a:pt x="43" y="39"/>
                  </a:lnTo>
                  <a:lnTo>
                    <a:pt x="2" y="3"/>
                  </a:lnTo>
                  <a:lnTo>
                    <a:pt x="2" y="3"/>
                  </a:lnTo>
                  <a:lnTo>
                    <a:pt x="0" y="2"/>
                  </a:lnTo>
                  <a:lnTo>
                    <a:pt x="0" y="0"/>
                  </a:lnTo>
                  <a:lnTo>
                    <a:pt x="0" y="0"/>
                  </a:lnTo>
                  <a:lnTo>
                    <a:pt x="2" y="0"/>
                  </a:lnTo>
                  <a:lnTo>
                    <a:pt x="5" y="0"/>
                  </a:lnTo>
                  <a:lnTo>
                    <a:pt x="5" y="0"/>
                  </a:lnTo>
                  <a:lnTo>
                    <a:pt x="47" y="36"/>
                  </a:lnTo>
                  <a:lnTo>
                    <a:pt x="47" y="36"/>
                  </a:lnTo>
                  <a:lnTo>
                    <a:pt x="49" y="38"/>
                  </a:lnTo>
                  <a:lnTo>
                    <a:pt x="49" y="39"/>
                  </a:lnTo>
                  <a:lnTo>
                    <a:pt x="49" y="39"/>
                  </a:lnTo>
                  <a:lnTo>
                    <a:pt x="47" y="39"/>
                  </a:lnTo>
                  <a:lnTo>
                    <a:pt x="47" y="41"/>
                  </a:lnTo>
                  <a:lnTo>
                    <a:pt x="47" y="41"/>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972"/>
            <p:cNvSpPr>
              <a:spLocks/>
            </p:cNvSpPr>
            <p:nvPr/>
          </p:nvSpPr>
          <p:spPr bwMode="auto">
            <a:xfrm>
              <a:off x="9196387" y="2339975"/>
              <a:ext cx="46038" cy="14288"/>
            </a:xfrm>
            <a:custGeom>
              <a:avLst/>
              <a:gdLst>
                <a:gd name="T0" fmla="*/ 59 w 59"/>
                <a:gd name="T1" fmla="*/ 16 h 16"/>
                <a:gd name="T2" fmla="*/ 59 w 59"/>
                <a:gd name="T3" fmla="*/ 16 h 16"/>
                <a:gd name="T4" fmla="*/ 56 w 59"/>
                <a:gd name="T5" fmla="*/ 16 h 16"/>
                <a:gd name="T6" fmla="*/ 56 w 59"/>
                <a:gd name="T7" fmla="*/ 16 h 16"/>
                <a:gd name="T8" fmla="*/ 2 w 59"/>
                <a:gd name="T9" fmla="*/ 7 h 16"/>
                <a:gd name="T10" fmla="*/ 2 w 59"/>
                <a:gd name="T11" fmla="*/ 7 h 16"/>
                <a:gd name="T12" fmla="*/ 0 w 59"/>
                <a:gd name="T13" fmla="*/ 5 h 16"/>
                <a:gd name="T14" fmla="*/ 0 w 59"/>
                <a:gd name="T15" fmla="*/ 4 h 16"/>
                <a:gd name="T16" fmla="*/ 0 w 59"/>
                <a:gd name="T17" fmla="*/ 4 h 16"/>
                <a:gd name="T18" fmla="*/ 2 w 59"/>
                <a:gd name="T19" fmla="*/ 2 h 16"/>
                <a:gd name="T20" fmla="*/ 4 w 59"/>
                <a:gd name="T21" fmla="*/ 0 h 16"/>
                <a:gd name="T22" fmla="*/ 4 w 59"/>
                <a:gd name="T23" fmla="*/ 0 h 16"/>
                <a:gd name="T24" fmla="*/ 58 w 59"/>
                <a:gd name="T25" fmla="*/ 11 h 16"/>
                <a:gd name="T26" fmla="*/ 58 w 59"/>
                <a:gd name="T27" fmla="*/ 11 h 16"/>
                <a:gd name="T28" fmla="*/ 59 w 59"/>
                <a:gd name="T29" fmla="*/ 13 h 16"/>
                <a:gd name="T30" fmla="*/ 59 w 59"/>
                <a:gd name="T31" fmla="*/ 13 h 16"/>
                <a:gd name="T32" fmla="*/ 59 w 59"/>
                <a:gd name="T33" fmla="*/ 13 h 16"/>
                <a:gd name="T34" fmla="*/ 59 w 59"/>
                <a:gd name="T35" fmla="*/ 16 h 16"/>
                <a:gd name="T36" fmla="*/ 59 w 59"/>
                <a:gd name="T3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16">
                  <a:moveTo>
                    <a:pt x="59" y="16"/>
                  </a:moveTo>
                  <a:lnTo>
                    <a:pt x="59" y="16"/>
                  </a:lnTo>
                  <a:lnTo>
                    <a:pt x="56" y="16"/>
                  </a:lnTo>
                  <a:lnTo>
                    <a:pt x="56" y="16"/>
                  </a:lnTo>
                  <a:lnTo>
                    <a:pt x="2" y="7"/>
                  </a:lnTo>
                  <a:lnTo>
                    <a:pt x="2" y="7"/>
                  </a:lnTo>
                  <a:lnTo>
                    <a:pt x="0" y="5"/>
                  </a:lnTo>
                  <a:lnTo>
                    <a:pt x="0" y="4"/>
                  </a:lnTo>
                  <a:lnTo>
                    <a:pt x="0" y="4"/>
                  </a:lnTo>
                  <a:lnTo>
                    <a:pt x="2" y="2"/>
                  </a:lnTo>
                  <a:lnTo>
                    <a:pt x="4" y="0"/>
                  </a:lnTo>
                  <a:lnTo>
                    <a:pt x="4" y="0"/>
                  </a:lnTo>
                  <a:lnTo>
                    <a:pt x="58" y="11"/>
                  </a:lnTo>
                  <a:lnTo>
                    <a:pt x="58" y="11"/>
                  </a:lnTo>
                  <a:lnTo>
                    <a:pt x="59" y="13"/>
                  </a:lnTo>
                  <a:lnTo>
                    <a:pt x="59" y="13"/>
                  </a:lnTo>
                  <a:lnTo>
                    <a:pt x="59" y="13"/>
                  </a:lnTo>
                  <a:lnTo>
                    <a:pt x="59" y="16"/>
                  </a:lnTo>
                  <a:lnTo>
                    <a:pt x="59" y="16"/>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973"/>
            <p:cNvSpPr>
              <a:spLocks/>
            </p:cNvSpPr>
            <p:nvPr/>
          </p:nvSpPr>
          <p:spPr bwMode="auto">
            <a:xfrm>
              <a:off x="9491662" y="2393950"/>
              <a:ext cx="47625" cy="12700"/>
            </a:xfrm>
            <a:custGeom>
              <a:avLst/>
              <a:gdLst>
                <a:gd name="T0" fmla="*/ 58 w 59"/>
                <a:gd name="T1" fmla="*/ 17 h 17"/>
                <a:gd name="T2" fmla="*/ 58 w 59"/>
                <a:gd name="T3" fmla="*/ 17 h 17"/>
                <a:gd name="T4" fmla="*/ 58 w 59"/>
                <a:gd name="T5" fmla="*/ 17 h 17"/>
                <a:gd name="T6" fmla="*/ 58 w 59"/>
                <a:gd name="T7" fmla="*/ 17 h 17"/>
                <a:gd name="T8" fmla="*/ 2 w 59"/>
                <a:gd name="T9" fmla="*/ 6 h 17"/>
                <a:gd name="T10" fmla="*/ 2 w 59"/>
                <a:gd name="T11" fmla="*/ 6 h 17"/>
                <a:gd name="T12" fmla="*/ 0 w 59"/>
                <a:gd name="T13" fmla="*/ 4 h 17"/>
                <a:gd name="T14" fmla="*/ 0 w 59"/>
                <a:gd name="T15" fmla="*/ 2 h 17"/>
                <a:gd name="T16" fmla="*/ 0 w 59"/>
                <a:gd name="T17" fmla="*/ 2 h 17"/>
                <a:gd name="T18" fmla="*/ 0 w 59"/>
                <a:gd name="T19" fmla="*/ 0 h 17"/>
                <a:gd name="T20" fmla="*/ 2 w 59"/>
                <a:gd name="T21" fmla="*/ 0 h 17"/>
                <a:gd name="T22" fmla="*/ 2 w 59"/>
                <a:gd name="T23" fmla="*/ 0 h 17"/>
                <a:gd name="T24" fmla="*/ 58 w 59"/>
                <a:gd name="T25" fmla="*/ 9 h 17"/>
                <a:gd name="T26" fmla="*/ 58 w 59"/>
                <a:gd name="T27" fmla="*/ 9 h 17"/>
                <a:gd name="T28" fmla="*/ 59 w 59"/>
                <a:gd name="T29" fmla="*/ 11 h 17"/>
                <a:gd name="T30" fmla="*/ 59 w 59"/>
                <a:gd name="T31" fmla="*/ 13 h 17"/>
                <a:gd name="T32" fmla="*/ 59 w 59"/>
                <a:gd name="T33" fmla="*/ 13 h 17"/>
                <a:gd name="T34" fmla="*/ 58 w 59"/>
                <a:gd name="T35" fmla="*/ 17 h 17"/>
                <a:gd name="T36" fmla="*/ 58 w 59"/>
                <a:gd name="T3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17">
                  <a:moveTo>
                    <a:pt x="58" y="17"/>
                  </a:moveTo>
                  <a:lnTo>
                    <a:pt x="58" y="17"/>
                  </a:lnTo>
                  <a:lnTo>
                    <a:pt x="58" y="17"/>
                  </a:lnTo>
                  <a:lnTo>
                    <a:pt x="58" y="17"/>
                  </a:lnTo>
                  <a:lnTo>
                    <a:pt x="2" y="6"/>
                  </a:lnTo>
                  <a:lnTo>
                    <a:pt x="2" y="6"/>
                  </a:lnTo>
                  <a:lnTo>
                    <a:pt x="0" y="4"/>
                  </a:lnTo>
                  <a:lnTo>
                    <a:pt x="0" y="2"/>
                  </a:lnTo>
                  <a:lnTo>
                    <a:pt x="0" y="2"/>
                  </a:lnTo>
                  <a:lnTo>
                    <a:pt x="0" y="0"/>
                  </a:lnTo>
                  <a:lnTo>
                    <a:pt x="2" y="0"/>
                  </a:lnTo>
                  <a:lnTo>
                    <a:pt x="2" y="0"/>
                  </a:lnTo>
                  <a:lnTo>
                    <a:pt x="58" y="9"/>
                  </a:lnTo>
                  <a:lnTo>
                    <a:pt x="58" y="9"/>
                  </a:lnTo>
                  <a:lnTo>
                    <a:pt x="59" y="11"/>
                  </a:lnTo>
                  <a:lnTo>
                    <a:pt x="59" y="13"/>
                  </a:lnTo>
                  <a:lnTo>
                    <a:pt x="59" y="13"/>
                  </a:lnTo>
                  <a:lnTo>
                    <a:pt x="58" y="17"/>
                  </a:lnTo>
                  <a:lnTo>
                    <a:pt x="58" y="17"/>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974"/>
            <p:cNvSpPr>
              <a:spLocks/>
            </p:cNvSpPr>
            <p:nvPr/>
          </p:nvSpPr>
          <p:spPr bwMode="auto">
            <a:xfrm>
              <a:off x="9486900" y="2311400"/>
              <a:ext cx="44450" cy="20638"/>
            </a:xfrm>
            <a:custGeom>
              <a:avLst/>
              <a:gdLst>
                <a:gd name="T0" fmla="*/ 54 w 56"/>
                <a:gd name="T1" fmla="*/ 5 h 25"/>
                <a:gd name="T2" fmla="*/ 54 w 56"/>
                <a:gd name="T3" fmla="*/ 5 h 25"/>
                <a:gd name="T4" fmla="*/ 3 w 56"/>
                <a:gd name="T5" fmla="*/ 25 h 25"/>
                <a:gd name="T6" fmla="*/ 3 w 56"/>
                <a:gd name="T7" fmla="*/ 25 h 25"/>
                <a:gd name="T8" fmla="*/ 2 w 56"/>
                <a:gd name="T9" fmla="*/ 25 h 25"/>
                <a:gd name="T10" fmla="*/ 0 w 56"/>
                <a:gd name="T11" fmla="*/ 23 h 25"/>
                <a:gd name="T12" fmla="*/ 0 w 56"/>
                <a:gd name="T13" fmla="*/ 23 h 25"/>
                <a:gd name="T14" fmla="*/ 0 w 56"/>
                <a:gd name="T15" fmla="*/ 20 h 25"/>
                <a:gd name="T16" fmla="*/ 2 w 56"/>
                <a:gd name="T17" fmla="*/ 20 h 25"/>
                <a:gd name="T18" fmla="*/ 2 w 56"/>
                <a:gd name="T19" fmla="*/ 20 h 25"/>
                <a:gd name="T20" fmla="*/ 52 w 56"/>
                <a:gd name="T21" fmla="*/ 0 h 25"/>
                <a:gd name="T22" fmla="*/ 52 w 56"/>
                <a:gd name="T23" fmla="*/ 0 h 25"/>
                <a:gd name="T24" fmla="*/ 54 w 56"/>
                <a:gd name="T25" fmla="*/ 0 h 25"/>
                <a:gd name="T26" fmla="*/ 56 w 56"/>
                <a:gd name="T27" fmla="*/ 2 h 25"/>
                <a:gd name="T28" fmla="*/ 56 w 56"/>
                <a:gd name="T29" fmla="*/ 2 h 25"/>
                <a:gd name="T30" fmla="*/ 56 w 56"/>
                <a:gd name="T31" fmla="*/ 4 h 25"/>
                <a:gd name="T32" fmla="*/ 54 w 56"/>
                <a:gd name="T33" fmla="*/ 5 h 25"/>
                <a:gd name="T34" fmla="*/ 54 w 56"/>
                <a:gd name="T35" fmla="*/ 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6" h="25">
                  <a:moveTo>
                    <a:pt x="54" y="5"/>
                  </a:moveTo>
                  <a:lnTo>
                    <a:pt x="54" y="5"/>
                  </a:lnTo>
                  <a:lnTo>
                    <a:pt x="3" y="25"/>
                  </a:lnTo>
                  <a:lnTo>
                    <a:pt x="3" y="25"/>
                  </a:lnTo>
                  <a:lnTo>
                    <a:pt x="2" y="25"/>
                  </a:lnTo>
                  <a:lnTo>
                    <a:pt x="0" y="23"/>
                  </a:lnTo>
                  <a:lnTo>
                    <a:pt x="0" y="23"/>
                  </a:lnTo>
                  <a:lnTo>
                    <a:pt x="0" y="20"/>
                  </a:lnTo>
                  <a:lnTo>
                    <a:pt x="2" y="20"/>
                  </a:lnTo>
                  <a:lnTo>
                    <a:pt x="2" y="20"/>
                  </a:lnTo>
                  <a:lnTo>
                    <a:pt x="52" y="0"/>
                  </a:lnTo>
                  <a:lnTo>
                    <a:pt x="52" y="0"/>
                  </a:lnTo>
                  <a:lnTo>
                    <a:pt x="54" y="0"/>
                  </a:lnTo>
                  <a:lnTo>
                    <a:pt x="56" y="2"/>
                  </a:lnTo>
                  <a:lnTo>
                    <a:pt x="56" y="2"/>
                  </a:lnTo>
                  <a:lnTo>
                    <a:pt x="56" y="4"/>
                  </a:lnTo>
                  <a:lnTo>
                    <a:pt x="54" y="5"/>
                  </a:lnTo>
                  <a:lnTo>
                    <a:pt x="54" y="5"/>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975"/>
            <p:cNvSpPr>
              <a:spLocks/>
            </p:cNvSpPr>
            <p:nvPr/>
          </p:nvSpPr>
          <p:spPr bwMode="auto">
            <a:xfrm>
              <a:off x="9202737" y="2414588"/>
              <a:ext cx="46038" cy="20638"/>
            </a:xfrm>
            <a:custGeom>
              <a:avLst/>
              <a:gdLst>
                <a:gd name="T0" fmla="*/ 56 w 58"/>
                <a:gd name="T1" fmla="*/ 6 h 26"/>
                <a:gd name="T2" fmla="*/ 56 w 58"/>
                <a:gd name="T3" fmla="*/ 6 h 26"/>
                <a:gd name="T4" fmla="*/ 4 w 58"/>
                <a:gd name="T5" fmla="*/ 26 h 26"/>
                <a:gd name="T6" fmla="*/ 4 w 58"/>
                <a:gd name="T7" fmla="*/ 26 h 26"/>
                <a:gd name="T8" fmla="*/ 2 w 58"/>
                <a:gd name="T9" fmla="*/ 26 h 26"/>
                <a:gd name="T10" fmla="*/ 0 w 58"/>
                <a:gd name="T11" fmla="*/ 24 h 26"/>
                <a:gd name="T12" fmla="*/ 0 w 58"/>
                <a:gd name="T13" fmla="*/ 24 h 26"/>
                <a:gd name="T14" fmla="*/ 0 w 58"/>
                <a:gd name="T15" fmla="*/ 22 h 26"/>
                <a:gd name="T16" fmla="*/ 2 w 58"/>
                <a:gd name="T17" fmla="*/ 20 h 26"/>
                <a:gd name="T18" fmla="*/ 2 w 58"/>
                <a:gd name="T19" fmla="*/ 20 h 26"/>
                <a:gd name="T20" fmla="*/ 54 w 58"/>
                <a:gd name="T21" fmla="*/ 0 h 26"/>
                <a:gd name="T22" fmla="*/ 54 w 58"/>
                <a:gd name="T23" fmla="*/ 0 h 26"/>
                <a:gd name="T24" fmla="*/ 56 w 58"/>
                <a:gd name="T25" fmla="*/ 0 h 26"/>
                <a:gd name="T26" fmla="*/ 58 w 58"/>
                <a:gd name="T27" fmla="*/ 2 h 26"/>
                <a:gd name="T28" fmla="*/ 58 w 58"/>
                <a:gd name="T29" fmla="*/ 2 h 26"/>
                <a:gd name="T30" fmla="*/ 58 w 58"/>
                <a:gd name="T31" fmla="*/ 4 h 26"/>
                <a:gd name="T32" fmla="*/ 56 w 58"/>
                <a:gd name="T33" fmla="*/ 6 h 26"/>
                <a:gd name="T34" fmla="*/ 56 w 58"/>
                <a:gd name="T35" fmla="*/ 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 h="26">
                  <a:moveTo>
                    <a:pt x="56" y="6"/>
                  </a:moveTo>
                  <a:lnTo>
                    <a:pt x="56" y="6"/>
                  </a:lnTo>
                  <a:lnTo>
                    <a:pt x="4" y="26"/>
                  </a:lnTo>
                  <a:lnTo>
                    <a:pt x="4" y="26"/>
                  </a:lnTo>
                  <a:lnTo>
                    <a:pt x="2" y="26"/>
                  </a:lnTo>
                  <a:lnTo>
                    <a:pt x="0" y="24"/>
                  </a:lnTo>
                  <a:lnTo>
                    <a:pt x="0" y="24"/>
                  </a:lnTo>
                  <a:lnTo>
                    <a:pt x="0" y="22"/>
                  </a:lnTo>
                  <a:lnTo>
                    <a:pt x="2" y="20"/>
                  </a:lnTo>
                  <a:lnTo>
                    <a:pt x="2" y="20"/>
                  </a:lnTo>
                  <a:lnTo>
                    <a:pt x="54" y="0"/>
                  </a:lnTo>
                  <a:lnTo>
                    <a:pt x="54" y="0"/>
                  </a:lnTo>
                  <a:lnTo>
                    <a:pt x="56" y="0"/>
                  </a:lnTo>
                  <a:lnTo>
                    <a:pt x="58" y="2"/>
                  </a:lnTo>
                  <a:lnTo>
                    <a:pt x="58" y="2"/>
                  </a:lnTo>
                  <a:lnTo>
                    <a:pt x="58" y="4"/>
                  </a:lnTo>
                  <a:lnTo>
                    <a:pt x="56" y="6"/>
                  </a:lnTo>
                  <a:lnTo>
                    <a:pt x="56" y="6"/>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976"/>
            <p:cNvSpPr>
              <a:spLocks/>
            </p:cNvSpPr>
            <p:nvPr/>
          </p:nvSpPr>
          <p:spPr bwMode="auto">
            <a:xfrm>
              <a:off x="9448800" y="2239963"/>
              <a:ext cx="31750" cy="38100"/>
            </a:xfrm>
            <a:custGeom>
              <a:avLst/>
              <a:gdLst>
                <a:gd name="T0" fmla="*/ 4 w 42"/>
                <a:gd name="T1" fmla="*/ 49 h 49"/>
                <a:gd name="T2" fmla="*/ 4 w 42"/>
                <a:gd name="T3" fmla="*/ 49 h 49"/>
                <a:gd name="T4" fmla="*/ 2 w 42"/>
                <a:gd name="T5" fmla="*/ 49 h 49"/>
                <a:gd name="T6" fmla="*/ 2 w 42"/>
                <a:gd name="T7" fmla="*/ 49 h 49"/>
                <a:gd name="T8" fmla="*/ 0 w 42"/>
                <a:gd name="T9" fmla="*/ 45 h 49"/>
                <a:gd name="T10" fmla="*/ 0 w 42"/>
                <a:gd name="T11" fmla="*/ 43 h 49"/>
                <a:gd name="T12" fmla="*/ 0 w 42"/>
                <a:gd name="T13" fmla="*/ 43 h 49"/>
                <a:gd name="T14" fmla="*/ 36 w 42"/>
                <a:gd name="T15" fmla="*/ 2 h 49"/>
                <a:gd name="T16" fmla="*/ 36 w 42"/>
                <a:gd name="T17" fmla="*/ 2 h 49"/>
                <a:gd name="T18" fmla="*/ 38 w 42"/>
                <a:gd name="T19" fmla="*/ 0 h 49"/>
                <a:gd name="T20" fmla="*/ 40 w 42"/>
                <a:gd name="T21" fmla="*/ 0 h 49"/>
                <a:gd name="T22" fmla="*/ 40 w 42"/>
                <a:gd name="T23" fmla="*/ 0 h 49"/>
                <a:gd name="T24" fmla="*/ 42 w 42"/>
                <a:gd name="T25" fmla="*/ 4 h 49"/>
                <a:gd name="T26" fmla="*/ 40 w 42"/>
                <a:gd name="T27" fmla="*/ 6 h 49"/>
                <a:gd name="T28" fmla="*/ 40 w 42"/>
                <a:gd name="T29" fmla="*/ 6 h 49"/>
                <a:gd name="T30" fmla="*/ 6 w 42"/>
                <a:gd name="T31" fmla="*/ 47 h 49"/>
                <a:gd name="T32" fmla="*/ 6 w 42"/>
                <a:gd name="T33" fmla="*/ 47 h 49"/>
                <a:gd name="T34" fmla="*/ 4 w 42"/>
                <a:gd name="T35" fmla="*/ 49 h 49"/>
                <a:gd name="T36" fmla="*/ 4 w 42"/>
                <a:gd name="T37" fmla="*/ 49 h 49"/>
                <a:gd name="T38" fmla="*/ 4 w 42"/>
                <a:gd name="T39"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 h="49">
                  <a:moveTo>
                    <a:pt x="4" y="49"/>
                  </a:moveTo>
                  <a:lnTo>
                    <a:pt x="4" y="49"/>
                  </a:lnTo>
                  <a:lnTo>
                    <a:pt x="2" y="49"/>
                  </a:lnTo>
                  <a:lnTo>
                    <a:pt x="2" y="49"/>
                  </a:lnTo>
                  <a:lnTo>
                    <a:pt x="0" y="45"/>
                  </a:lnTo>
                  <a:lnTo>
                    <a:pt x="0" y="43"/>
                  </a:lnTo>
                  <a:lnTo>
                    <a:pt x="0" y="43"/>
                  </a:lnTo>
                  <a:lnTo>
                    <a:pt x="36" y="2"/>
                  </a:lnTo>
                  <a:lnTo>
                    <a:pt x="36" y="2"/>
                  </a:lnTo>
                  <a:lnTo>
                    <a:pt x="38" y="0"/>
                  </a:lnTo>
                  <a:lnTo>
                    <a:pt x="40" y="0"/>
                  </a:lnTo>
                  <a:lnTo>
                    <a:pt x="40" y="0"/>
                  </a:lnTo>
                  <a:lnTo>
                    <a:pt x="42" y="4"/>
                  </a:lnTo>
                  <a:lnTo>
                    <a:pt x="40" y="6"/>
                  </a:lnTo>
                  <a:lnTo>
                    <a:pt x="40" y="6"/>
                  </a:lnTo>
                  <a:lnTo>
                    <a:pt x="6" y="47"/>
                  </a:lnTo>
                  <a:lnTo>
                    <a:pt x="6" y="47"/>
                  </a:lnTo>
                  <a:lnTo>
                    <a:pt x="4" y="49"/>
                  </a:lnTo>
                  <a:lnTo>
                    <a:pt x="4" y="49"/>
                  </a:lnTo>
                  <a:lnTo>
                    <a:pt x="4" y="49"/>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977"/>
            <p:cNvSpPr>
              <a:spLocks/>
            </p:cNvSpPr>
            <p:nvPr/>
          </p:nvSpPr>
          <p:spPr bwMode="auto">
            <a:xfrm>
              <a:off x="9253537" y="2470150"/>
              <a:ext cx="33338" cy="38100"/>
            </a:xfrm>
            <a:custGeom>
              <a:avLst/>
              <a:gdLst>
                <a:gd name="T0" fmla="*/ 3 w 41"/>
                <a:gd name="T1" fmla="*/ 46 h 46"/>
                <a:gd name="T2" fmla="*/ 3 w 41"/>
                <a:gd name="T3" fmla="*/ 46 h 46"/>
                <a:gd name="T4" fmla="*/ 3 w 41"/>
                <a:gd name="T5" fmla="*/ 46 h 46"/>
                <a:gd name="T6" fmla="*/ 2 w 41"/>
                <a:gd name="T7" fmla="*/ 46 h 46"/>
                <a:gd name="T8" fmla="*/ 2 w 41"/>
                <a:gd name="T9" fmla="*/ 46 h 46"/>
                <a:gd name="T10" fmla="*/ 0 w 41"/>
                <a:gd name="T11" fmla="*/ 45 h 46"/>
                <a:gd name="T12" fmla="*/ 2 w 41"/>
                <a:gd name="T13" fmla="*/ 43 h 46"/>
                <a:gd name="T14" fmla="*/ 2 w 41"/>
                <a:gd name="T15" fmla="*/ 43 h 46"/>
                <a:gd name="T16" fmla="*/ 36 w 41"/>
                <a:gd name="T17" fmla="*/ 0 h 46"/>
                <a:gd name="T18" fmla="*/ 36 w 41"/>
                <a:gd name="T19" fmla="*/ 0 h 46"/>
                <a:gd name="T20" fmla="*/ 38 w 41"/>
                <a:gd name="T21" fmla="*/ 0 h 46"/>
                <a:gd name="T22" fmla="*/ 39 w 41"/>
                <a:gd name="T23" fmla="*/ 0 h 46"/>
                <a:gd name="T24" fmla="*/ 39 w 41"/>
                <a:gd name="T25" fmla="*/ 0 h 46"/>
                <a:gd name="T26" fmla="*/ 41 w 41"/>
                <a:gd name="T27" fmla="*/ 1 h 46"/>
                <a:gd name="T28" fmla="*/ 39 w 41"/>
                <a:gd name="T29" fmla="*/ 3 h 46"/>
                <a:gd name="T30" fmla="*/ 39 w 41"/>
                <a:gd name="T31" fmla="*/ 3 h 46"/>
                <a:gd name="T32" fmla="*/ 5 w 41"/>
                <a:gd name="T33" fmla="*/ 46 h 46"/>
                <a:gd name="T34" fmla="*/ 5 w 41"/>
                <a:gd name="T35" fmla="*/ 46 h 46"/>
                <a:gd name="T36" fmla="*/ 3 w 41"/>
                <a:gd name="T37" fmla="*/ 46 h 46"/>
                <a:gd name="T38" fmla="*/ 3 w 41"/>
                <a:gd name="T39"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1" h="46">
                  <a:moveTo>
                    <a:pt x="3" y="46"/>
                  </a:moveTo>
                  <a:lnTo>
                    <a:pt x="3" y="46"/>
                  </a:lnTo>
                  <a:lnTo>
                    <a:pt x="3" y="46"/>
                  </a:lnTo>
                  <a:lnTo>
                    <a:pt x="2" y="46"/>
                  </a:lnTo>
                  <a:lnTo>
                    <a:pt x="2" y="46"/>
                  </a:lnTo>
                  <a:lnTo>
                    <a:pt x="0" y="45"/>
                  </a:lnTo>
                  <a:lnTo>
                    <a:pt x="2" y="43"/>
                  </a:lnTo>
                  <a:lnTo>
                    <a:pt x="2" y="43"/>
                  </a:lnTo>
                  <a:lnTo>
                    <a:pt x="36" y="0"/>
                  </a:lnTo>
                  <a:lnTo>
                    <a:pt x="36" y="0"/>
                  </a:lnTo>
                  <a:lnTo>
                    <a:pt x="38" y="0"/>
                  </a:lnTo>
                  <a:lnTo>
                    <a:pt x="39" y="0"/>
                  </a:lnTo>
                  <a:lnTo>
                    <a:pt x="39" y="0"/>
                  </a:lnTo>
                  <a:lnTo>
                    <a:pt x="41" y="1"/>
                  </a:lnTo>
                  <a:lnTo>
                    <a:pt x="39" y="3"/>
                  </a:lnTo>
                  <a:lnTo>
                    <a:pt x="39" y="3"/>
                  </a:lnTo>
                  <a:lnTo>
                    <a:pt x="5" y="46"/>
                  </a:lnTo>
                  <a:lnTo>
                    <a:pt x="5" y="46"/>
                  </a:lnTo>
                  <a:lnTo>
                    <a:pt x="3" y="46"/>
                  </a:lnTo>
                  <a:lnTo>
                    <a:pt x="3" y="46"/>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978"/>
            <p:cNvSpPr>
              <a:spLocks/>
            </p:cNvSpPr>
            <p:nvPr/>
          </p:nvSpPr>
          <p:spPr bwMode="auto">
            <a:xfrm>
              <a:off x="9388475" y="2201863"/>
              <a:ext cx="11113" cy="47625"/>
            </a:xfrm>
            <a:custGeom>
              <a:avLst/>
              <a:gdLst>
                <a:gd name="T0" fmla="*/ 3 w 14"/>
                <a:gd name="T1" fmla="*/ 59 h 59"/>
                <a:gd name="T2" fmla="*/ 2 w 14"/>
                <a:gd name="T3" fmla="*/ 59 h 59"/>
                <a:gd name="T4" fmla="*/ 2 w 14"/>
                <a:gd name="T5" fmla="*/ 59 h 59"/>
                <a:gd name="T6" fmla="*/ 0 w 14"/>
                <a:gd name="T7" fmla="*/ 57 h 59"/>
                <a:gd name="T8" fmla="*/ 0 w 14"/>
                <a:gd name="T9" fmla="*/ 57 h 59"/>
                <a:gd name="T10" fmla="*/ 0 w 14"/>
                <a:gd name="T11" fmla="*/ 57 h 59"/>
                <a:gd name="T12" fmla="*/ 9 w 14"/>
                <a:gd name="T13" fmla="*/ 1 h 59"/>
                <a:gd name="T14" fmla="*/ 9 w 14"/>
                <a:gd name="T15" fmla="*/ 1 h 59"/>
                <a:gd name="T16" fmla="*/ 9 w 14"/>
                <a:gd name="T17" fmla="*/ 0 h 59"/>
                <a:gd name="T18" fmla="*/ 12 w 14"/>
                <a:gd name="T19" fmla="*/ 0 h 59"/>
                <a:gd name="T20" fmla="*/ 12 w 14"/>
                <a:gd name="T21" fmla="*/ 0 h 59"/>
                <a:gd name="T22" fmla="*/ 14 w 14"/>
                <a:gd name="T23" fmla="*/ 0 h 59"/>
                <a:gd name="T24" fmla="*/ 14 w 14"/>
                <a:gd name="T25" fmla="*/ 1 h 59"/>
                <a:gd name="T26" fmla="*/ 14 w 14"/>
                <a:gd name="T27" fmla="*/ 1 h 59"/>
                <a:gd name="T28" fmla="*/ 3 w 14"/>
                <a:gd name="T29" fmla="*/ 57 h 59"/>
                <a:gd name="T30" fmla="*/ 3 w 14"/>
                <a:gd name="T31" fmla="*/ 57 h 59"/>
                <a:gd name="T32" fmla="*/ 3 w 14"/>
                <a:gd name="T33" fmla="*/ 57 h 59"/>
                <a:gd name="T34" fmla="*/ 3 w 14"/>
                <a:gd name="T35" fmla="*/ 59 h 59"/>
                <a:gd name="T36" fmla="*/ 3 w 14"/>
                <a:gd name="T3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 h="59">
                  <a:moveTo>
                    <a:pt x="3" y="59"/>
                  </a:moveTo>
                  <a:lnTo>
                    <a:pt x="2" y="59"/>
                  </a:lnTo>
                  <a:lnTo>
                    <a:pt x="2" y="59"/>
                  </a:lnTo>
                  <a:lnTo>
                    <a:pt x="0" y="57"/>
                  </a:lnTo>
                  <a:lnTo>
                    <a:pt x="0" y="57"/>
                  </a:lnTo>
                  <a:lnTo>
                    <a:pt x="0" y="57"/>
                  </a:lnTo>
                  <a:lnTo>
                    <a:pt x="9" y="1"/>
                  </a:lnTo>
                  <a:lnTo>
                    <a:pt x="9" y="1"/>
                  </a:lnTo>
                  <a:lnTo>
                    <a:pt x="9" y="0"/>
                  </a:lnTo>
                  <a:lnTo>
                    <a:pt x="12" y="0"/>
                  </a:lnTo>
                  <a:lnTo>
                    <a:pt x="12" y="0"/>
                  </a:lnTo>
                  <a:lnTo>
                    <a:pt x="14" y="0"/>
                  </a:lnTo>
                  <a:lnTo>
                    <a:pt x="14" y="1"/>
                  </a:lnTo>
                  <a:lnTo>
                    <a:pt x="14" y="1"/>
                  </a:lnTo>
                  <a:lnTo>
                    <a:pt x="3" y="57"/>
                  </a:lnTo>
                  <a:lnTo>
                    <a:pt x="3" y="57"/>
                  </a:lnTo>
                  <a:lnTo>
                    <a:pt x="3" y="57"/>
                  </a:lnTo>
                  <a:lnTo>
                    <a:pt x="3" y="59"/>
                  </a:lnTo>
                  <a:lnTo>
                    <a:pt x="3" y="59"/>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979"/>
            <p:cNvSpPr>
              <a:spLocks/>
            </p:cNvSpPr>
            <p:nvPr/>
          </p:nvSpPr>
          <p:spPr bwMode="auto">
            <a:xfrm>
              <a:off x="9336087" y="2498725"/>
              <a:ext cx="11113" cy="47625"/>
            </a:xfrm>
            <a:custGeom>
              <a:avLst/>
              <a:gdLst>
                <a:gd name="T0" fmla="*/ 4 w 15"/>
                <a:gd name="T1" fmla="*/ 57 h 59"/>
                <a:gd name="T2" fmla="*/ 4 w 15"/>
                <a:gd name="T3" fmla="*/ 57 h 59"/>
                <a:gd name="T4" fmla="*/ 4 w 15"/>
                <a:gd name="T5" fmla="*/ 59 h 59"/>
                <a:gd name="T6" fmla="*/ 2 w 15"/>
                <a:gd name="T7" fmla="*/ 57 h 59"/>
                <a:gd name="T8" fmla="*/ 2 w 15"/>
                <a:gd name="T9" fmla="*/ 57 h 59"/>
                <a:gd name="T10" fmla="*/ 0 w 15"/>
                <a:gd name="T11" fmla="*/ 57 h 59"/>
                <a:gd name="T12" fmla="*/ 0 w 15"/>
                <a:gd name="T13" fmla="*/ 55 h 59"/>
                <a:gd name="T14" fmla="*/ 0 w 15"/>
                <a:gd name="T15" fmla="*/ 55 h 59"/>
                <a:gd name="T16" fmla="*/ 9 w 15"/>
                <a:gd name="T17" fmla="*/ 1 h 59"/>
                <a:gd name="T18" fmla="*/ 9 w 15"/>
                <a:gd name="T19" fmla="*/ 1 h 59"/>
                <a:gd name="T20" fmla="*/ 11 w 15"/>
                <a:gd name="T21" fmla="*/ 0 h 59"/>
                <a:gd name="T22" fmla="*/ 13 w 15"/>
                <a:gd name="T23" fmla="*/ 0 h 59"/>
                <a:gd name="T24" fmla="*/ 13 w 15"/>
                <a:gd name="T25" fmla="*/ 0 h 59"/>
                <a:gd name="T26" fmla="*/ 15 w 15"/>
                <a:gd name="T27" fmla="*/ 0 h 59"/>
                <a:gd name="T28" fmla="*/ 15 w 15"/>
                <a:gd name="T29" fmla="*/ 1 h 59"/>
                <a:gd name="T30" fmla="*/ 15 w 15"/>
                <a:gd name="T31" fmla="*/ 1 h 59"/>
                <a:gd name="T32" fmla="*/ 6 w 15"/>
                <a:gd name="T33" fmla="*/ 57 h 59"/>
                <a:gd name="T34" fmla="*/ 6 w 15"/>
                <a:gd name="T35" fmla="*/ 57 h 59"/>
                <a:gd name="T36" fmla="*/ 4 w 15"/>
                <a:gd name="T37" fmla="*/ 57 h 59"/>
                <a:gd name="T38" fmla="*/ 4 w 15"/>
                <a:gd name="T39" fmla="*/ 5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 h="59">
                  <a:moveTo>
                    <a:pt x="4" y="57"/>
                  </a:moveTo>
                  <a:lnTo>
                    <a:pt x="4" y="57"/>
                  </a:lnTo>
                  <a:lnTo>
                    <a:pt x="4" y="59"/>
                  </a:lnTo>
                  <a:lnTo>
                    <a:pt x="2" y="57"/>
                  </a:lnTo>
                  <a:lnTo>
                    <a:pt x="2" y="57"/>
                  </a:lnTo>
                  <a:lnTo>
                    <a:pt x="0" y="57"/>
                  </a:lnTo>
                  <a:lnTo>
                    <a:pt x="0" y="55"/>
                  </a:lnTo>
                  <a:lnTo>
                    <a:pt x="0" y="55"/>
                  </a:lnTo>
                  <a:lnTo>
                    <a:pt x="9" y="1"/>
                  </a:lnTo>
                  <a:lnTo>
                    <a:pt x="9" y="1"/>
                  </a:lnTo>
                  <a:lnTo>
                    <a:pt x="11" y="0"/>
                  </a:lnTo>
                  <a:lnTo>
                    <a:pt x="13" y="0"/>
                  </a:lnTo>
                  <a:lnTo>
                    <a:pt x="13" y="0"/>
                  </a:lnTo>
                  <a:lnTo>
                    <a:pt x="15" y="0"/>
                  </a:lnTo>
                  <a:lnTo>
                    <a:pt x="15" y="1"/>
                  </a:lnTo>
                  <a:lnTo>
                    <a:pt x="15" y="1"/>
                  </a:lnTo>
                  <a:lnTo>
                    <a:pt x="6" y="57"/>
                  </a:lnTo>
                  <a:lnTo>
                    <a:pt x="6" y="57"/>
                  </a:lnTo>
                  <a:lnTo>
                    <a:pt x="4" y="57"/>
                  </a:lnTo>
                  <a:lnTo>
                    <a:pt x="4" y="57"/>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980"/>
            <p:cNvSpPr>
              <a:spLocks/>
            </p:cNvSpPr>
            <p:nvPr/>
          </p:nvSpPr>
          <p:spPr bwMode="auto">
            <a:xfrm>
              <a:off x="9342437" y="2209800"/>
              <a:ext cx="103188" cy="187325"/>
            </a:xfrm>
            <a:custGeom>
              <a:avLst/>
              <a:gdLst>
                <a:gd name="T0" fmla="*/ 54 w 130"/>
                <a:gd name="T1" fmla="*/ 187 h 237"/>
                <a:gd name="T2" fmla="*/ 54 w 130"/>
                <a:gd name="T3" fmla="*/ 187 h 237"/>
                <a:gd name="T4" fmla="*/ 130 w 130"/>
                <a:gd name="T5" fmla="*/ 5 h 237"/>
                <a:gd name="T6" fmla="*/ 130 w 130"/>
                <a:gd name="T7" fmla="*/ 5 h 237"/>
                <a:gd name="T8" fmla="*/ 121 w 130"/>
                <a:gd name="T9" fmla="*/ 0 h 237"/>
                <a:gd name="T10" fmla="*/ 121 w 130"/>
                <a:gd name="T11" fmla="*/ 0 h 237"/>
                <a:gd name="T12" fmla="*/ 29 w 130"/>
                <a:gd name="T13" fmla="*/ 174 h 237"/>
                <a:gd name="T14" fmla="*/ 29 w 130"/>
                <a:gd name="T15" fmla="*/ 174 h 237"/>
                <a:gd name="T16" fmla="*/ 20 w 130"/>
                <a:gd name="T17" fmla="*/ 176 h 237"/>
                <a:gd name="T18" fmla="*/ 13 w 130"/>
                <a:gd name="T19" fmla="*/ 179 h 237"/>
                <a:gd name="T20" fmla="*/ 7 w 130"/>
                <a:gd name="T21" fmla="*/ 185 h 237"/>
                <a:gd name="T22" fmla="*/ 2 w 130"/>
                <a:gd name="T23" fmla="*/ 192 h 237"/>
                <a:gd name="T24" fmla="*/ 2 w 130"/>
                <a:gd name="T25" fmla="*/ 192 h 237"/>
                <a:gd name="T26" fmla="*/ 0 w 130"/>
                <a:gd name="T27" fmla="*/ 199 h 237"/>
                <a:gd name="T28" fmla="*/ 0 w 130"/>
                <a:gd name="T29" fmla="*/ 205 h 237"/>
                <a:gd name="T30" fmla="*/ 0 w 130"/>
                <a:gd name="T31" fmla="*/ 210 h 237"/>
                <a:gd name="T32" fmla="*/ 2 w 130"/>
                <a:gd name="T33" fmla="*/ 217 h 237"/>
                <a:gd name="T34" fmla="*/ 4 w 130"/>
                <a:gd name="T35" fmla="*/ 222 h 237"/>
                <a:gd name="T36" fmla="*/ 7 w 130"/>
                <a:gd name="T37" fmla="*/ 226 h 237"/>
                <a:gd name="T38" fmla="*/ 11 w 130"/>
                <a:gd name="T39" fmla="*/ 231 h 237"/>
                <a:gd name="T40" fmla="*/ 16 w 130"/>
                <a:gd name="T41" fmla="*/ 233 h 237"/>
                <a:gd name="T42" fmla="*/ 16 w 130"/>
                <a:gd name="T43" fmla="*/ 233 h 237"/>
                <a:gd name="T44" fmla="*/ 24 w 130"/>
                <a:gd name="T45" fmla="*/ 235 h 237"/>
                <a:gd name="T46" fmla="*/ 29 w 130"/>
                <a:gd name="T47" fmla="*/ 237 h 237"/>
                <a:gd name="T48" fmla="*/ 36 w 130"/>
                <a:gd name="T49" fmla="*/ 237 h 237"/>
                <a:gd name="T50" fmla="*/ 42 w 130"/>
                <a:gd name="T51" fmla="*/ 235 h 237"/>
                <a:gd name="T52" fmla="*/ 47 w 130"/>
                <a:gd name="T53" fmla="*/ 231 h 237"/>
                <a:gd name="T54" fmla="*/ 51 w 130"/>
                <a:gd name="T55" fmla="*/ 228 h 237"/>
                <a:gd name="T56" fmla="*/ 56 w 130"/>
                <a:gd name="T57" fmla="*/ 224 h 237"/>
                <a:gd name="T58" fmla="*/ 58 w 130"/>
                <a:gd name="T59" fmla="*/ 219 h 237"/>
                <a:gd name="T60" fmla="*/ 58 w 130"/>
                <a:gd name="T61" fmla="*/ 219 h 237"/>
                <a:gd name="T62" fmla="*/ 61 w 130"/>
                <a:gd name="T63" fmla="*/ 210 h 237"/>
                <a:gd name="T64" fmla="*/ 61 w 130"/>
                <a:gd name="T65" fmla="*/ 203 h 237"/>
                <a:gd name="T66" fmla="*/ 60 w 130"/>
                <a:gd name="T67" fmla="*/ 194 h 237"/>
                <a:gd name="T68" fmla="*/ 54 w 130"/>
                <a:gd name="T69" fmla="*/ 187 h 237"/>
                <a:gd name="T70" fmla="*/ 54 w 130"/>
                <a:gd name="T71" fmla="*/ 187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30" h="237">
                  <a:moveTo>
                    <a:pt x="54" y="187"/>
                  </a:moveTo>
                  <a:lnTo>
                    <a:pt x="54" y="187"/>
                  </a:lnTo>
                  <a:lnTo>
                    <a:pt x="130" y="5"/>
                  </a:lnTo>
                  <a:lnTo>
                    <a:pt x="130" y="5"/>
                  </a:lnTo>
                  <a:lnTo>
                    <a:pt x="121" y="0"/>
                  </a:lnTo>
                  <a:lnTo>
                    <a:pt x="121" y="0"/>
                  </a:lnTo>
                  <a:lnTo>
                    <a:pt x="29" y="174"/>
                  </a:lnTo>
                  <a:lnTo>
                    <a:pt x="29" y="174"/>
                  </a:lnTo>
                  <a:lnTo>
                    <a:pt x="20" y="176"/>
                  </a:lnTo>
                  <a:lnTo>
                    <a:pt x="13" y="179"/>
                  </a:lnTo>
                  <a:lnTo>
                    <a:pt x="7" y="185"/>
                  </a:lnTo>
                  <a:lnTo>
                    <a:pt x="2" y="192"/>
                  </a:lnTo>
                  <a:lnTo>
                    <a:pt x="2" y="192"/>
                  </a:lnTo>
                  <a:lnTo>
                    <a:pt x="0" y="199"/>
                  </a:lnTo>
                  <a:lnTo>
                    <a:pt x="0" y="205"/>
                  </a:lnTo>
                  <a:lnTo>
                    <a:pt x="0" y="210"/>
                  </a:lnTo>
                  <a:lnTo>
                    <a:pt x="2" y="217"/>
                  </a:lnTo>
                  <a:lnTo>
                    <a:pt x="4" y="222"/>
                  </a:lnTo>
                  <a:lnTo>
                    <a:pt x="7" y="226"/>
                  </a:lnTo>
                  <a:lnTo>
                    <a:pt x="11" y="231"/>
                  </a:lnTo>
                  <a:lnTo>
                    <a:pt x="16" y="233"/>
                  </a:lnTo>
                  <a:lnTo>
                    <a:pt x="16" y="233"/>
                  </a:lnTo>
                  <a:lnTo>
                    <a:pt x="24" y="235"/>
                  </a:lnTo>
                  <a:lnTo>
                    <a:pt x="29" y="237"/>
                  </a:lnTo>
                  <a:lnTo>
                    <a:pt x="36" y="237"/>
                  </a:lnTo>
                  <a:lnTo>
                    <a:pt x="42" y="235"/>
                  </a:lnTo>
                  <a:lnTo>
                    <a:pt x="47" y="231"/>
                  </a:lnTo>
                  <a:lnTo>
                    <a:pt x="51" y="228"/>
                  </a:lnTo>
                  <a:lnTo>
                    <a:pt x="56" y="224"/>
                  </a:lnTo>
                  <a:lnTo>
                    <a:pt x="58" y="219"/>
                  </a:lnTo>
                  <a:lnTo>
                    <a:pt x="58" y="219"/>
                  </a:lnTo>
                  <a:lnTo>
                    <a:pt x="61" y="210"/>
                  </a:lnTo>
                  <a:lnTo>
                    <a:pt x="61" y="203"/>
                  </a:lnTo>
                  <a:lnTo>
                    <a:pt x="60" y="194"/>
                  </a:lnTo>
                  <a:lnTo>
                    <a:pt x="54" y="187"/>
                  </a:lnTo>
                  <a:lnTo>
                    <a:pt x="54" y="187"/>
                  </a:lnTo>
                  <a:close/>
                </a:path>
              </a:pathLst>
            </a:custGeom>
            <a:solidFill>
              <a:srgbClr val="58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39634406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4"/>
          <p:cNvSpPr>
            <a:spLocks noGrp="1"/>
          </p:cNvSpPr>
          <p:nvPr>
            <p:ph type="body" sz="quarter" idx="12"/>
          </p:nvPr>
        </p:nvSpPr>
        <p:spPr>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Rahul Sahay</a:t>
            </a:r>
          </a:p>
        </p:txBody>
      </p:sp>
      <p:sp>
        <p:nvSpPr>
          <p:cNvPr id="17" name="Title 1"/>
          <p:cNvSpPr>
            <a:spLocks noGrp="1"/>
          </p:cNvSpPr>
          <p:nvPr>
            <p:ph type="title"/>
          </p:nvPr>
        </p:nvSpPr>
        <p:spPr>
          <a:noFill/>
        </p:spPr>
        <p:txBody>
          <a:bodyPr lIns="91440" tIns="91440" rIns="91440" bIns="91440" anchor="t" anchorCtr="0"/>
          <a:lstStyle>
            <a:lvl1pPr>
              <a:defRPr sz="6000" spc="-80" baseline="0">
                <a:solidFill>
                  <a:srgbClr val="0072C6"/>
                </a:solidFill>
              </a:defRPr>
            </a:lvl1pPr>
          </a:lstStyle>
          <a:p>
            <a:r>
              <a:rPr lang="en-US" dirty="0"/>
              <a:t>Debug Tools</a:t>
            </a:r>
          </a:p>
        </p:txBody>
      </p:sp>
    </p:spTree>
    <p:extLst>
      <p:ext uri="{BB962C8B-B14F-4D97-AF65-F5344CB8AC3E}">
        <p14:creationId xmlns:p14="http://schemas.microsoft.com/office/powerpoint/2010/main" val="312126331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Debug Tools</a:t>
            </a:r>
          </a:p>
        </p:txBody>
      </p:sp>
      <p:sp>
        <p:nvSpPr>
          <p:cNvPr id="4" name="Text Placeholder 3"/>
          <p:cNvSpPr>
            <a:spLocks noGrp="1"/>
          </p:cNvSpPr>
          <p:nvPr>
            <p:ph type="body" sz="quarter" idx="11"/>
          </p:nvPr>
        </p:nvSpPr>
        <p:spPr>
          <a:xfrm>
            <a:off x="365759" y="2103120"/>
            <a:ext cx="5486400" cy="892552"/>
          </a:xfrm>
        </p:spPr>
        <p:txBody>
          <a:bodyPr/>
          <a:lstStyle/>
          <a:p>
            <a:pPr lvl="0">
              <a:spcBef>
                <a:spcPts val="1200"/>
              </a:spcBef>
            </a:pPr>
            <a:r>
              <a:rPr lang="en-US" dirty="0">
                <a:gradFill>
                  <a:gsLst>
                    <a:gs pos="1250">
                      <a:srgbClr val="505050"/>
                    </a:gs>
                    <a:gs pos="100000">
                      <a:srgbClr val="505050"/>
                    </a:gs>
                  </a:gsLst>
                  <a:lin ang="5400000" scaled="0"/>
                </a:gradFill>
              </a:rPr>
              <a:t>Run to Click</a:t>
            </a:r>
          </a:p>
          <a:p>
            <a:pPr lvl="0">
              <a:spcBef>
                <a:spcPts val="1200"/>
              </a:spcBef>
            </a:pPr>
            <a:r>
              <a:rPr lang="en-US" dirty="0">
                <a:gradFill>
                  <a:gsLst>
                    <a:gs pos="1250">
                      <a:srgbClr val="505050"/>
                    </a:gs>
                    <a:gs pos="100000">
                      <a:srgbClr val="505050"/>
                    </a:gs>
                  </a:gsLst>
                  <a:lin ang="5400000" scaled="0"/>
                </a:gradFill>
              </a:rPr>
              <a:t>Exception Helper</a:t>
            </a:r>
          </a:p>
        </p:txBody>
      </p:sp>
      <p:sp>
        <p:nvSpPr>
          <p:cNvPr id="6" name="Picture Placeholder 5"/>
          <p:cNvSpPr>
            <a:spLocks noGrp="1"/>
          </p:cNvSpPr>
          <p:nvPr>
            <p:ph type="pic" sz="quarter" idx="10"/>
          </p:nvPr>
        </p:nvSpPr>
        <p:spPr>
          <a:xfrm>
            <a:off x="6217920" y="0"/>
            <a:ext cx="6217920" cy="6995160"/>
          </a:xfrm>
          <a:solidFill>
            <a:srgbClr val="0072C6"/>
          </a:solidFill>
        </p:spPr>
      </p:sp>
      <p:pic>
        <p:nvPicPr>
          <p:cNvPr id="67" name="Picture 66"/>
          <p:cNvPicPr>
            <a:picLocks noChangeAspect="1"/>
          </p:cNvPicPr>
          <p:nvPr/>
        </p:nvPicPr>
        <p:blipFill>
          <a:blip r:embed="rId2"/>
          <a:stretch>
            <a:fillRect/>
          </a:stretch>
        </p:blipFill>
        <p:spPr>
          <a:xfrm>
            <a:off x="7339307" y="1871415"/>
            <a:ext cx="4158661" cy="4292094"/>
          </a:xfrm>
          <a:prstGeom prst="rect">
            <a:avLst/>
          </a:prstGeom>
        </p:spPr>
      </p:pic>
    </p:spTree>
    <p:extLst>
      <p:ext uri="{BB962C8B-B14F-4D97-AF65-F5344CB8AC3E}">
        <p14:creationId xmlns:p14="http://schemas.microsoft.com/office/powerpoint/2010/main" val="130135437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4"/>
          <p:cNvSpPr>
            <a:spLocks noGrp="1"/>
          </p:cNvSpPr>
          <p:nvPr>
            <p:ph type="body" sz="quarter" idx="12"/>
          </p:nvPr>
        </p:nvSpPr>
        <p:spPr>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Rahul Sahay</a:t>
            </a:r>
          </a:p>
        </p:txBody>
      </p:sp>
      <p:sp>
        <p:nvSpPr>
          <p:cNvPr id="17" name="Title 1"/>
          <p:cNvSpPr>
            <a:spLocks noGrp="1"/>
          </p:cNvSpPr>
          <p:nvPr>
            <p:ph type="title"/>
          </p:nvPr>
        </p:nvSpPr>
        <p:spPr>
          <a:noFill/>
        </p:spPr>
        <p:txBody>
          <a:bodyPr lIns="91440" tIns="91440" rIns="91440" bIns="91440" anchor="t" anchorCtr="0"/>
          <a:lstStyle>
            <a:lvl1pPr>
              <a:defRPr sz="6000" spc="-80" baseline="0">
                <a:solidFill>
                  <a:srgbClr val="0072C6"/>
                </a:solidFill>
              </a:defRPr>
            </a:lvl1pPr>
          </a:lstStyle>
          <a:p>
            <a:r>
              <a:rPr lang="en-US" dirty="0"/>
              <a:t>Code Editor &amp; Refactoring</a:t>
            </a:r>
          </a:p>
        </p:txBody>
      </p:sp>
    </p:spTree>
    <p:extLst>
      <p:ext uri="{BB962C8B-B14F-4D97-AF65-F5344CB8AC3E}">
        <p14:creationId xmlns:p14="http://schemas.microsoft.com/office/powerpoint/2010/main" val="48255701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Editor</a:t>
            </a:r>
          </a:p>
        </p:txBody>
      </p:sp>
      <p:sp>
        <p:nvSpPr>
          <p:cNvPr id="3" name="Picture Placeholder 2"/>
          <p:cNvSpPr>
            <a:spLocks noGrp="1"/>
          </p:cNvSpPr>
          <p:nvPr>
            <p:ph type="pic" sz="quarter" idx="10"/>
          </p:nvPr>
        </p:nvSpPr>
        <p:spPr>
          <a:xfrm>
            <a:off x="0" y="0"/>
            <a:ext cx="6217920" cy="6995160"/>
          </a:xfrm>
          <a:solidFill>
            <a:srgbClr val="0072C6"/>
          </a:solidFill>
        </p:spPr>
      </p:sp>
      <p:sp>
        <p:nvSpPr>
          <p:cNvPr id="4" name="Text Placeholder 3"/>
          <p:cNvSpPr>
            <a:spLocks noGrp="1"/>
          </p:cNvSpPr>
          <p:nvPr>
            <p:ph type="body" sz="quarter" idx="11"/>
          </p:nvPr>
        </p:nvSpPr>
        <p:spPr>
          <a:xfrm>
            <a:off x="6583680" y="2103120"/>
            <a:ext cx="5486400" cy="1754326"/>
          </a:xfrm>
        </p:spPr>
        <p:txBody>
          <a:bodyPr/>
          <a:lstStyle/>
          <a:p>
            <a:pPr lvl="0">
              <a:spcBef>
                <a:spcPts val="1200"/>
              </a:spcBef>
            </a:pPr>
            <a:r>
              <a:rPr lang="en-US" dirty="0">
                <a:gradFill>
                  <a:gsLst>
                    <a:gs pos="1250">
                      <a:srgbClr val="505050"/>
                    </a:gs>
                    <a:gs pos="100000">
                      <a:srgbClr val="505050"/>
                    </a:gs>
                  </a:gsLst>
                  <a:lin ang="5400000" scaled="0"/>
                </a:gradFill>
              </a:rPr>
              <a:t>The </a:t>
            </a:r>
            <a:r>
              <a:rPr lang="en-US" dirty="0" err="1">
                <a:gradFill>
                  <a:gsLst>
                    <a:gs pos="1250">
                      <a:srgbClr val="505050"/>
                    </a:gs>
                    <a:gs pos="100000">
                      <a:srgbClr val="505050"/>
                    </a:gs>
                  </a:gsLst>
                  <a:lin ang="5400000" scaled="0"/>
                </a:gradFill>
              </a:rPr>
              <a:t>GoTo</a:t>
            </a:r>
            <a:r>
              <a:rPr lang="en-US" dirty="0">
                <a:gradFill>
                  <a:gsLst>
                    <a:gs pos="1250">
                      <a:srgbClr val="505050"/>
                    </a:gs>
                    <a:gs pos="100000">
                      <a:srgbClr val="505050"/>
                    </a:gs>
                  </a:gsLst>
                  <a:lin ang="5400000" scaled="0"/>
                </a:gradFill>
              </a:rPr>
              <a:t> tool</a:t>
            </a:r>
          </a:p>
          <a:p>
            <a:pPr lvl="0">
              <a:spcBef>
                <a:spcPts val="1200"/>
              </a:spcBef>
            </a:pPr>
            <a:r>
              <a:rPr lang="en-US" dirty="0">
                <a:gradFill>
                  <a:gsLst>
                    <a:gs pos="1250">
                      <a:srgbClr val="505050"/>
                    </a:gs>
                    <a:gs pos="100000">
                      <a:srgbClr val="505050"/>
                    </a:gs>
                  </a:gsLst>
                  <a:lin ang="5400000" scaled="0"/>
                </a:gradFill>
              </a:rPr>
              <a:t>Find All References</a:t>
            </a:r>
          </a:p>
          <a:p>
            <a:pPr lvl="0">
              <a:spcBef>
                <a:spcPts val="1200"/>
              </a:spcBef>
            </a:pPr>
            <a:r>
              <a:rPr lang="en-US" dirty="0">
                <a:gradFill>
                  <a:gsLst>
                    <a:gs pos="1250">
                      <a:srgbClr val="505050"/>
                    </a:gs>
                    <a:gs pos="100000">
                      <a:srgbClr val="505050"/>
                    </a:gs>
                  </a:gsLst>
                  <a:lin ang="5400000" scaled="0"/>
                </a:gradFill>
              </a:rPr>
              <a:t>Completion List Filtering</a:t>
            </a:r>
          </a:p>
          <a:p>
            <a:pPr lvl="0">
              <a:spcBef>
                <a:spcPts val="1200"/>
              </a:spcBef>
            </a:pPr>
            <a:endParaRPr lang="en-US" dirty="0">
              <a:gradFill>
                <a:gsLst>
                  <a:gs pos="1250">
                    <a:srgbClr val="505050"/>
                  </a:gs>
                  <a:gs pos="100000">
                    <a:srgbClr val="505050"/>
                  </a:gs>
                </a:gsLst>
                <a:lin ang="5400000" scaled="0"/>
              </a:gradFill>
            </a:endParaRPr>
          </a:p>
        </p:txBody>
      </p:sp>
      <p:pic>
        <p:nvPicPr>
          <p:cNvPr id="71" name="Picture 70"/>
          <p:cNvPicPr>
            <a:picLocks noChangeAspect="1"/>
          </p:cNvPicPr>
          <p:nvPr/>
        </p:nvPicPr>
        <p:blipFill>
          <a:blip r:embed="rId2"/>
          <a:stretch>
            <a:fillRect/>
          </a:stretch>
        </p:blipFill>
        <p:spPr>
          <a:xfrm>
            <a:off x="868998" y="1708606"/>
            <a:ext cx="4297680" cy="4297680"/>
          </a:xfrm>
          <a:prstGeom prst="rect">
            <a:avLst/>
          </a:prstGeom>
        </p:spPr>
      </p:pic>
    </p:spTree>
    <p:extLst>
      <p:ext uri="{BB962C8B-B14F-4D97-AF65-F5344CB8AC3E}">
        <p14:creationId xmlns:p14="http://schemas.microsoft.com/office/powerpoint/2010/main" val="318668813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Refactor</a:t>
            </a:r>
          </a:p>
        </p:txBody>
      </p:sp>
      <p:sp>
        <p:nvSpPr>
          <p:cNvPr id="3" name="Picture Placeholder 2"/>
          <p:cNvSpPr>
            <a:spLocks noGrp="1"/>
          </p:cNvSpPr>
          <p:nvPr>
            <p:ph type="pic" sz="quarter" idx="10"/>
          </p:nvPr>
        </p:nvSpPr>
        <p:spPr>
          <a:xfrm>
            <a:off x="0" y="0"/>
            <a:ext cx="6217920" cy="6995160"/>
          </a:xfrm>
          <a:solidFill>
            <a:srgbClr val="0072C6"/>
          </a:solidFill>
        </p:spPr>
      </p:sp>
      <p:sp>
        <p:nvSpPr>
          <p:cNvPr id="4" name="Text Placeholder 3"/>
          <p:cNvSpPr>
            <a:spLocks noGrp="1"/>
          </p:cNvSpPr>
          <p:nvPr>
            <p:ph type="body" sz="quarter" idx="11"/>
          </p:nvPr>
        </p:nvSpPr>
        <p:spPr>
          <a:xfrm>
            <a:off x="6583680" y="2103120"/>
            <a:ext cx="5486400" cy="3908762"/>
          </a:xfrm>
        </p:spPr>
        <p:txBody>
          <a:bodyPr/>
          <a:lstStyle/>
          <a:p>
            <a:pPr lvl="0">
              <a:spcBef>
                <a:spcPts val="1200"/>
              </a:spcBef>
            </a:pPr>
            <a:r>
              <a:rPr lang="en-US" dirty="0">
                <a:gradFill>
                  <a:gsLst>
                    <a:gs pos="1250">
                      <a:srgbClr val="505050"/>
                    </a:gs>
                    <a:gs pos="100000">
                      <a:srgbClr val="505050"/>
                    </a:gs>
                  </a:gsLst>
                  <a:lin ang="5400000" scaled="0"/>
                </a:gradFill>
              </a:rPr>
              <a:t>New refactoring for C# and VB</a:t>
            </a:r>
          </a:p>
          <a:p>
            <a:pPr lvl="0">
              <a:spcBef>
                <a:spcPts val="1200"/>
              </a:spcBef>
            </a:pPr>
            <a:endParaRPr lang="en-US" dirty="0"/>
          </a:p>
          <a:p>
            <a:pPr lvl="0">
              <a:spcBef>
                <a:spcPts val="1200"/>
              </a:spcBef>
            </a:pPr>
            <a:r>
              <a:rPr lang="en-US" dirty="0"/>
              <a:t>Simplify object initialization</a:t>
            </a:r>
          </a:p>
          <a:p>
            <a:pPr lvl="0">
              <a:spcBef>
                <a:spcPts val="1200"/>
              </a:spcBef>
            </a:pPr>
            <a:r>
              <a:rPr lang="en-US" dirty="0"/>
              <a:t>Move 'out' variables</a:t>
            </a:r>
          </a:p>
          <a:p>
            <a:pPr lvl="0">
              <a:spcBef>
                <a:spcPts val="1200"/>
              </a:spcBef>
            </a:pPr>
            <a:r>
              <a:rPr lang="en-US" dirty="0"/>
              <a:t>Convert </a:t>
            </a:r>
            <a:r>
              <a:rPr lang="en-US" dirty="0" err="1"/>
              <a:t>String.Format</a:t>
            </a:r>
            <a:r>
              <a:rPr lang="en-US" dirty="0"/>
              <a:t> to string interpolation</a:t>
            </a:r>
          </a:p>
          <a:p>
            <a:pPr lvl="0">
              <a:spcBef>
                <a:spcPts val="1200"/>
              </a:spcBef>
            </a:pPr>
            <a:r>
              <a:rPr lang="en-US" dirty="0"/>
              <a:t>Simplify null checks</a:t>
            </a:r>
          </a:p>
          <a:p>
            <a:pPr lvl="0">
              <a:spcBef>
                <a:spcPts val="1200"/>
              </a:spcBef>
            </a:pPr>
            <a:r>
              <a:rPr lang="en-US" dirty="0">
                <a:gradFill>
                  <a:gsLst>
                    <a:gs pos="1250">
                      <a:srgbClr val="505050"/>
                    </a:gs>
                    <a:gs pos="100000">
                      <a:srgbClr val="505050"/>
                    </a:gs>
                  </a:gsLst>
                  <a:lin ang="5400000" scaled="0"/>
                </a:gradFill>
              </a:rPr>
              <a:t>Simplify throw expressions</a:t>
            </a:r>
          </a:p>
          <a:p>
            <a:pPr lvl="0">
              <a:spcBef>
                <a:spcPts val="1200"/>
              </a:spcBef>
            </a:pPr>
            <a:r>
              <a:rPr lang="en-US" dirty="0"/>
              <a:t>Sync filename and type name</a:t>
            </a:r>
          </a:p>
          <a:p>
            <a:pPr lvl="0">
              <a:spcBef>
                <a:spcPts val="1200"/>
              </a:spcBef>
            </a:pPr>
            <a:r>
              <a:rPr lang="en-US" dirty="0">
                <a:gradFill>
                  <a:gsLst>
                    <a:gs pos="1250">
                      <a:srgbClr val="505050"/>
                    </a:gs>
                    <a:gs pos="100000">
                      <a:srgbClr val="505050"/>
                    </a:gs>
                  </a:gsLst>
                  <a:lin ang="5400000" scaled="0"/>
                </a:gradFill>
              </a:rPr>
              <a:t>Move type to matching file</a:t>
            </a:r>
          </a:p>
        </p:txBody>
      </p:sp>
      <p:pic>
        <p:nvPicPr>
          <p:cNvPr id="71" name="Picture 70"/>
          <p:cNvPicPr>
            <a:picLocks noChangeAspect="1"/>
          </p:cNvPicPr>
          <p:nvPr/>
        </p:nvPicPr>
        <p:blipFill>
          <a:blip r:embed="rId2"/>
          <a:stretch>
            <a:fillRect/>
          </a:stretch>
        </p:blipFill>
        <p:spPr>
          <a:xfrm>
            <a:off x="868998" y="1708606"/>
            <a:ext cx="4297680" cy="4297680"/>
          </a:xfrm>
          <a:prstGeom prst="rect">
            <a:avLst/>
          </a:prstGeom>
        </p:spPr>
      </p:pic>
    </p:spTree>
    <p:extLst>
      <p:ext uri="{BB962C8B-B14F-4D97-AF65-F5344CB8AC3E}">
        <p14:creationId xmlns:p14="http://schemas.microsoft.com/office/powerpoint/2010/main" val="159160417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4"/>
          <p:cNvSpPr>
            <a:spLocks noGrp="1"/>
          </p:cNvSpPr>
          <p:nvPr>
            <p:ph type="body" sz="quarter" idx="12"/>
          </p:nvPr>
        </p:nvSpPr>
        <p:spPr>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Rahul Sahay</a:t>
            </a:r>
          </a:p>
        </p:txBody>
      </p:sp>
      <p:sp>
        <p:nvSpPr>
          <p:cNvPr id="17" name="Title 1"/>
          <p:cNvSpPr>
            <a:spLocks noGrp="1"/>
          </p:cNvSpPr>
          <p:nvPr>
            <p:ph type="title"/>
          </p:nvPr>
        </p:nvSpPr>
        <p:spPr>
          <a:noFill/>
        </p:spPr>
        <p:txBody>
          <a:bodyPr lIns="91440" tIns="91440" rIns="91440" bIns="91440" anchor="t" anchorCtr="0"/>
          <a:lstStyle>
            <a:lvl1pPr>
              <a:defRPr sz="6000" spc="-80" baseline="0">
                <a:solidFill>
                  <a:srgbClr val="0072C6"/>
                </a:solidFill>
              </a:defRPr>
            </a:lvl1pPr>
          </a:lstStyle>
          <a:p>
            <a:r>
              <a:rPr lang="en-US" dirty="0"/>
              <a:t>Style Analyzer</a:t>
            </a:r>
          </a:p>
        </p:txBody>
      </p:sp>
    </p:spTree>
    <p:extLst>
      <p:ext uri="{BB962C8B-B14F-4D97-AF65-F5344CB8AC3E}">
        <p14:creationId xmlns:p14="http://schemas.microsoft.com/office/powerpoint/2010/main" val="16134278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Style Analyzer</a:t>
            </a:r>
          </a:p>
        </p:txBody>
      </p:sp>
      <p:sp>
        <p:nvSpPr>
          <p:cNvPr id="4" name="Text Placeholder 3"/>
          <p:cNvSpPr>
            <a:spLocks noGrp="1"/>
          </p:cNvSpPr>
          <p:nvPr>
            <p:ph type="body" sz="quarter" idx="11"/>
          </p:nvPr>
        </p:nvSpPr>
        <p:spPr>
          <a:xfrm>
            <a:off x="365759" y="2103120"/>
            <a:ext cx="5486400" cy="1323439"/>
          </a:xfrm>
        </p:spPr>
        <p:txBody>
          <a:bodyPr/>
          <a:lstStyle/>
          <a:p>
            <a:pPr lvl="0">
              <a:spcBef>
                <a:spcPts val="1200"/>
              </a:spcBef>
            </a:pPr>
            <a:r>
              <a:rPr lang="en-US" dirty="0">
                <a:gradFill>
                  <a:gsLst>
                    <a:gs pos="1250">
                      <a:srgbClr val="505050"/>
                    </a:gs>
                    <a:gs pos="100000">
                      <a:srgbClr val="505050"/>
                    </a:gs>
                  </a:gsLst>
                  <a:lin ang="5400000" scaled="0"/>
                </a:gradFill>
              </a:rPr>
              <a:t>New section in Tools/Options</a:t>
            </a:r>
          </a:p>
          <a:p>
            <a:pPr lvl="0">
              <a:spcBef>
                <a:spcPts val="1200"/>
              </a:spcBef>
            </a:pPr>
            <a:r>
              <a:rPr lang="en-US" dirty="0">
                <a:gradFill>
                  <a:gsLst>
                    <a:gs pos="1250">
                      <a:srgbClr val="505050"/>
                    </a:gs>
                    <a:gs pos="100000">
                      <a:srgbClr val="505050"/>
                    </a:gs>
                  </a:gsLst>
                  <a:lin ang="5400000" scaled="0"/>
                </a:gradFill>
              </a:rPr>
              <a:t>Alternate to FX Cop</a:t>
            </a:r>
          </a:p>
          <a:p>
            <a:pPr lvl="0">
              <a:spcBef>
                <a:spcPts val="1200"/>
              </a:spcBef>
            </a:pPr>
            <a:r>
              <a:rPr lang="en-US" dirty="0">
                <a:gradFill>
                  <a:gsLst>
                    <a:gs pos="1250">
                      <a:srgbClr val="505050"/>
                    </a:gs>
                    <a:gs pos="100000">
                      <a:srgbClr val="505050"/>
                    </a:gs>
                  </a:gsLst>
                  <a:lin ang="5400000" scaled="0"/>
                </a:gradFill>
              </a:rPr>
              <a:t>Analyzes syntax rules and flags violations</a:t>
            </a:r>
          </a:p>
        </p:txBody>
      </p:sp>
      <p:sp>
        <p:nvSpPr>
          <p:cNvPr id="6" name="Picture Placeholder 5"/>
          <p:cNvSpPr>
            <a:spLocks noGrp="1"/>
          </p:cNvSpPr>
          <p:nvPr>
            <p:ph type="pic" sz="quarter" idx="10"/>
          </p:nvPr>
        </p:nvSpPr>
        <p:spPr>
          <a:xfrm>
            <a:off x="6217920" y="0"/>
            <a:ext cx="6217920" cy="6995160"/>
          </a:xfrm>
          <a:solidFill>
            <a:srgbClr val="0072C6"/>
          </a:solidFill>
        </p:spPr>
      </p:sp>
      <p:pic>
        <p:nvPicPr>
          <p:cNvPr id="7" name="Picture 6"/>
          <p:cNvPicPr>
            <a:picLocks noChangeAspect="1"/>
          </p:cNvPicPr>
          <p:nvPr/>
        </p:nvPicPr>
        <p:blipFill>
          <a:blip r:embed="rId2"/>
          <a:stretch>
            <a:fillRect/>
          </a:stretch>
        </p:blipFill>
        <p:spPr>
          <a:xfrm>
            <a:off x="7518919" y="2083912"/>
            <a:ext cx="3741102" cy="3741102"/>
          </a:xfrm>
          <a:prstGeom prst="rect">
            <a:avLst/>
          </a:prstGeom>
        </p:spPr>
      </p:pic>
    </p:spTree>
    <p:extLst>
      <p:ext uri="{BB962C8B-B14F-4D97-AF65-F5344CB8AC3E}">
        <p14:creationId xmlns:p14="http://schemas.microsoft.com/office/powerpoint/2010/main" val="3713552730"/>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EMEID" val="1"/>
</p:tagLst>
</file>

<file path=ppt/tags/tag2.xml><?xml version="1.0" encoding="utf-8"?>
<p:tagLst xmlns:a="http://schemas.openxmlformats.org/drawingml/2006/main" xmlns:r="http://schemas.openxmlformats.org/officeDocument/2006/relationships" xmlns:p="http://schemas.openxmlformats.org/presentationml/2006/main">
  <p:tag name="THEMEID" val="2"/>
</p:tagLst>
</file>

<file path=ppt/tags/tag3.xml><?xml version="1.0" encoding="utf-8"?>
<p:tagLst xmlns:a="http://schemas.openxmlformats.org/drawingml/2006/main" xmlns:r="http://schemas.openxmlformats.org/officeDocument/2006/relationships" xmlns:p="http://schemas.openxmlformats.org/presentationml/2006/main">
  <p:tag name="THEMEID" val="3"/>
</p:tagLst>
</file>

<file path=ppt/tags/tag4.xml><?xml version="1.0" encoding="utf-8"?>
<p:tagLst xmlns:a="http://schemas.openxmlformats.org/drawingml/2006/main" xmlns:r="http://schemas.openxmlformats.org/officeDocument/2006/relationships" xmlns:p="http://schemas.openxmlformats.org/presentationml/2006/main">
  <p:tag name="THEMEID" val="4"/>
</p:tagLst>
</file>

<file path=ppt/tags/tag5.xml><?xml version="1.0" encoding="utf-8"?>
<p:tagLst xmlns:a="http://schemas.openxmlformats.org/drawingml/2006/main" xmlns:r="http://schemas.openxmlformats.org/officeDocument/2006/relationships" xmlns:p="http://schemas.openxmlformats.org/presentationml/2006/main">
  <p:tag name="THEMEID" val="5"/>
</p:tagLst>
</file>

<file path=ppt/tags/tag6.xml><?xml version="1.0" encoding="utf-8"?>
<p:tagLst xmlns:a="http://schemas.openxmlformats.org/drawingml/2006/main" xmlns:r="http://schemas.openxmlformats.org/officeDocument/2006/relationships" xmlns:p="http://schemas.openxmlformats.org/presentationml/2006/main">
  <p:tag name="THEMEID" val="6"/>
</p:tagLst>
</file>

<file path=ppt/tags/tag7.xml><?xml version="1.0" encoding="utf-8"?>
<p:tagLst xmlns:a="http://schemas.openxmlformats.org/drawingml/2006/main" xmlns:r="http://schemas.openxmlformats.org/officeDocument/2006/relationships" xmlns:p="http://schemas.openxmlformats.org/presentationml/2006/main">
  <p:tag name="THEMEID" val="7"/>
</p:tagLst>
</file>

<file path=ppt/tags/tag8.xml><?xml version="1.0" encoding="utf-8"?>
<p:tagLst xmlns:a="http://schemas.openxmlformats.org/drawingml/2006/main" xmlns:r="http://schemas.openxmlformats.org/officeDocument/2006/relationships" xmlns:p="http://schemas.openxmlformats.org/presentationml/2006/main">
  <p:tag name="THEMEID" val="8"/>
</p:tagLst>
</file>

<file path=ppt/tags/tag9.xml><?xml version="1.0" encoding="utf-8"?>
<p:tagLst xmlns:a="http://schemas.openxmlformats.org/drawingml/2006/main" xmlns:r="http://schemas.openxmlformats.org/officeDocument/2006/relationships" xmlns:p="http://schemas.openxmlformats.org/presentationml/2006/main">
  <p:tag name="THEMEID" val="9"/>
</p:tagLst>
</file>

<file path=ppt/tags/tag10.xml><?xml version="1.0" encoding="utf-8"?>
<p:tagLst xmlns:a="http://schemas.openxmlformats.org/drawingml/2006/main" xmlns:r="http://schemas.openxmlformats.org/officeDocument/2006/relationships" xmlns:p="http://schemas.openxmlformats.org/presentationml/2006/main">
  <p:tag name="THEMEID" val="10"/>
</p:tagLst>
</file>

<file path=ppt/tags/tag11.xml><?xml version="1.0" encoding="utf-8"?>
<p:tagLst xmlns:a="http://schemas.openxmlformats.org/drawingml/2006/main" xmlns:r="http://schemas.openxmlformats.org/officeDocument/2006/relationships" xmlns:p="http://schemas.openxmlformats.org/presentationml/2006/main">
  <p:tag name="THEMEID" val="11"/>
</p:tagLst>
</file>

<file path=ppt/tags/tag12.xml><?xml version="1.0" encoding="utf-8"?>
<p:tagLst xmlns:a="http://schemas.openxmlformats.org/drawingml/2006/main" xmlns:r="http://schemas.openxmlformats.org/officeDocument/2006/relationships" xmlns:p="http://schemas.openxmlformats.org/presentationml/2006/main">
  <p:tag name="THEMEID" val="12"/>
</p:tagLst>
</file>

<file path=ppt/tags/tag13.xml><?xml version="1.0" encoding="utf-8"?>
<p:tagLst xmlns:a="http://schemas.openxmlformats.org/drawingml/2006/main" xmlns:r="http://schemas.openxmlformats.org/officeDocument/2006/relationships" xmlns:p="http://schemas.openxmlformats.org/presentationml/2006/main">
  <p:tag name="THEMEIDCC" val="1"/>
</p:tagLst>
</file>

<file path=ppt/tags/tag14.xml><?xml version="1.0" encoding="utf-8"?>
<p:tagLst xmlns:a="http://schemas.openxmlformats.org/drawingml/2006/main" xmlns:r="http://schemas.openxmlformats.org/officeDocument/2006/relationships" xmlns:p="http://schemas.openxmlformats.org/presentationml/2006/main">
  <p:tag name="THEMEIDCC" val="2"/>
</p:tagLst>
</file>

<file path=ppt/tags/tag15.xml><?xml version="1.0" encoding="utf-8"?>
<p:tagLst xmlns:a="http://schemas.openxmlformats.org/drawingml/2006/main" xmlns:r="http://schemas.openxmlformats.org/officeDocument/2006/relationships" xmlns:p="http://schemas.openxmlformats.org/presentationml/2006/main">
  <p:tag name="THEMEIDCC" val="3"/>
</p:tagLst>
</file>

<file path=ppt/tags/tag16.xml><?xml version="1.0" encoding="utf-8"?>
<p:tagLst xmlns:a="http://schemas.openxmlformats.org/drawingml/2006/main" xmlns:r="http://schemas.openxmlformats.org/officeDocument/2006/relationships" xmlns:p="http://schemas.openxmlformats.org/presentationml/2006/main">
  <p:tag name="THEMEIDCC" val="4"/>
</p:tagLst>
</file>

<file path=ppt/tags/tag17.xml><?xml version="1.0" encoding="utf-8"?>
<p:tagLst xmlns:a="http://schemas.openxmlformats.org/drawingml/2006/main" xmlns:r="http://schemas.openxmlformats.org/officeDocument/2006/relationships" xmlns:p="http://schemas.openxmlformats.org/presentationml/2006/main">
  <p:tag name="THEMEIDCC" val="5"/>
</p:tagLst>
</file>

<file path=ppt/tags/tag18.xml><?xml version="1.0" encoding="utf-8"?>
<p:tagLst xmlns:a="http://schemas.openxmlformats.org/drawingml/2006/main" xmlns:r="http://schemas.openxmlformats.org/officeDocument/2006/relationships" xmlns:p="http://schemas.openxmlformats.org/presentationml/2006/main">
  <p:tag name="THEMEIDCC" val="6"/>
</p:tagLst>
</file>

<file path=ppt/tags/tag19.xml><?xml version="1.0" encoding="utf-8"?>
<p:tagLst xmlns:a="http://schemas.openxmlformats.org/drawingml/2006/main" xmlns:r="http://schemas.openxmlformats.org/officeDocument/2006/relationships" xmlns:p="http://schemas.openxmlformats.org/presentationml/2006/main">
  <p:tag name="THEMEIDCC" val="7"/>
</p:tagLst>
</file>

<file path=ppt/tags/tag20.xml><?xml version="1.0" encoding="utf-8"?>
<p:tagLst xmlns:a="http://schemas.openxmlformats.org/drawingml/2006/main" xmlns:r="http://schemas.openxmlformats.org/officeDocument/2006/relationships" xmlns:p="http://schemas.openxmlformats.org/presentationml/2006/main">
  <p:tag name="THEMEIDCC" val="8"/>
</p:tagLst>
</file>

<file path=ppt/tags/tag21.xml><?xml version="1.0" encoding="utf-8"?>
<p:tagLst xmlns:a="http://schemas.openxmlformats.org/drawingml/2006/main" xmlns:r="http://schemas.openxmlformats.org/officeDocument/2006/relationships" xmlns:p="http://schemas.openxmlformats.org/presentationml/2006/main">
  <p:tag name="THEMEIDCC" val="9"/>
</p:tagLst>
</file>

<file path=ppt/tags/tag22.xml><?xml version="1.0" encoding="utf-8"?>
<p:tagLst xmlns:a="http://schemas.openxmlformats.org/drawingml/2006/main" xmlns:r="http://schemas.openxmlformats.org/officeDocument/2006/relationships" xmlns:p="http://schemas.openxmlformats.org/presentationml/2006/main">
  <p:tag name="THEMEIDCC" val="10"/>
</p:tagLst>
</file>

<file path=ppt/tags/tag23.xml><?xml version="1.0" encoding="utf-8"?>
<p:tagLst xmlns:a="http://schemas.openxmlformats.org/drawingml/2006/main" xmlns:r="http://schemas.openxmlformats.org/officeDocument/2006/relationships" xmlns:p="http://schemas.openxmlformats.org/presentationml/2006/main">
  <p:tag name="THEMEIDCC" val="11"/>
</p:tagLst>
</file>

<file path=ppt/tags/tag24.xml><?xml version="1.0" encoding="utf-8"?>
<p:tagLst xmlns:a="http://schemas.openxmlformats.org/drawingml/2006/main" xmlns:r="http://schemas.openxmlformats.org/officeDocument/2006/relationships" xmlns:p="http://schemas.openxmlformats.org/presentationml/2006/main">
  <p:tag name="THEMEIDCC" val="12"/>
</p:tagLst>
</file>

<file path=ppt/tags/tag25.xml><?xml version="1.0" encoding="utf-8"?>
<p:tagLst xmlns:a="http://schemas.openxmlformats.org/drawingml/2006/main" xmlns:r="http://schemas.openxmlformats.org/officeDocument/2006/relationships" xmlns:p="http://schemas.openxmlformats.org/presentationml/2006/main">
  <p:tag name="THEMEIDCC" val="1"/>
</p:tagLst>
</file>

<file path=ppt/tags/tag26.xml><?xml version="1.0" encoding="utf-8"?>
<p:tagLst xmlns:a="http://schemas.openxmlformats.org/drawingml/2006/main" xmlns:r="http://schemas.openxmlformats.org/officeDocument/2006/relationships" xmlns:p="http://schemas.openxmlformats.org/presentationml/2006/main">
  <p:tag name="THEMEIDCC" val="2"/>
</p:tagLst>
</file>

<file path=ppt/tags/tag27.xml><?xml version="1.0" encoding="utf-8"?>
<p:tagLst xmlns:a="http://schemas.openxmlformats.org/drawingml/2006/main" xmlns:r="http://schemas.openxmlformats.org/officeDocument/2006/relationships" xmlns:p="http://schemas.openxmlformats.org/presentationml/2006/main">
  <p:tag name="THEMEIDCC" val="3"/>
</p:tagLst>
</file>

<file path=ppt/tags/tag28.xml><?xml version="1.0" encoding="utf-8"?>
<p:tagLst xmlns:a="http://schemas.openxmlformats.org/drawingml/2006/main" xmlns:r="http://schemas.openxmlformats.org/officeDocument/2006/relationships" xmlns:p="http://schemas.openxmlformats.org/presentationml/2006/main">
  <p:tag name="THEMEIDCC" val="4"/>
</p:tagLst>
</file>

<file path=ppt/tags/tag29.xml><?xml version="1.0" encoding="utf-8"?>
<p:tagLst xmlns:a="http://schemas.openxmlformats.org/drawingml/2006/main" xmlns:r="http://schemas.openxmlformats.org/officeDocument/2006/relationships" xmlns:p="http://schemas.openxmlformats.org/presentationml/2006/main">
  <p:tag name="THEMEIDCC" val="5"/>
</p:tagLst>
</file>

<file path=ppt/tags/tag30.xml><?xml version="1.0" encoding="utf-8"?>
<p:tagLst xmlns:a="http://schemas.openxmlformats.org/drawingml/2006/main" xmlns:r="http://schemas.openxmlformats.org/officeDocument/2006/relationships" xmlns:p="http://schemas.openxmlformats.org/presentationml/2006/main">
  <p:tag name="THEMEIDCC" val="6"/>
</p:tagLst>
</file>

<file path=ppt/tags/tag31.xml><?xml version="1.0" encoding="utf-8"?>
<p:tagLst xmlns:a="http://schemas.openxmlformats.org/drawingml/2006/main" xmlns:r="http://schemas.openxmlformats.org/officeDocument/2006/relationships" xmlns:p="http://schemas.openxmlformats.org/presentationml/2006/main">
  <p:tag name="THEMEIDCC" val="8"/>
</p:tagLst>
</file>

<file path=ppt/tags/tag32.xml><?xml version="1.0" encoding="utf-8"?>
<p:tagLst xmlns:a="http://schemas.openxmlformats.org/drawingml/2006/main" xmlns:r="http://schemas.openxmlformats.org/officeDocument/2006/relationships" xmlns:p="http://schemas.openxmlformats.org/presentationml/2006/main">
  <p:tag name="THEMEIDCC" val="9"/>
</p:tagLst>
</file>

<file path=ppt/tags/tag33.xml><?xml version="1.0" encoding="utf-8"?>
<p:tagLst xmlns:a="http://schemas.openxmlformats.org/drawingml/2006/main" xmlns:r="http://schemas.openxmlformats.org/officeDocument/2006/relationships" xmlns:p="http://schemas.openxmlformats.org/presentationml/2006/main">
  <p:tag name="THEMEIDCC" val="10"/>
</p:tagLst>
</file>

<file path=ppt/tags/tag34.xml><?xml version="1.0" encoding="utf-8"?>
<p:tagLst xmlns:a="http://schemas.openxmlformats.org/drawingml/2006/main" xmlns:r="http://schemas.openxmlformats.org/officeDocument/2006/relationships" xmlns:p="http://schemas.openxmlformats.org/presentationml/2006/main">
  <p:tag name="THEMEIDCC" val="11"/>
</p:tagLst>
</file>

<file path=ppt/tags/tag35.xml><?xml version="1.0" encoding="utf-8"?>
<p:tagLst xmlns:a="http://schemas.openxmlformats.org/drawingml/2006/main" xmlns:r="http://schemas.openxmlformats.org/officeDocument/2006/relationships" xmlns:p="http://schemas.openxmlformats.org/presentationml/2006/main">
  <p:tag name="THEMEIDCC" val="11"/>
</p:tagLst>
</file>

<file path=ppt/tags/tag36.xml><?xml version="1.0" encoding="utf-8"?>
<p:tagLst xmlns:a="http://schemas.openxmlformats.org/drawingml/2006/main" xmlns:r="http://schemas.openxmlformats.org/officeDocument/2006/relationships" xmlns:p="http://schemas.openxmlformats.org/presentationml/2006/main">
  <p:tag name="THEMEIDCC" val="12"/>
</p:tagLst>
</file>

<file path=ppt/tags/tag37.xml><?xml version="1.0" encoding="utf-8"?>
<p:tagLst xmlns:a="http://schemas.openxmlformats.org/drawingml/2006/main" xmlns:r="http://schemas.openxmlformats.org/officeDocument/2006/relationships" xmlns:p="http://schemas.openxmlformats.org/presentationml/2006/main">
  <p:tag name="THEMEIDCC" val="10"/>
</p:tagLst>
</file>

<file path=ppt/tags/tag38.xml><?xml version="1.0" encoding="utf-8"?>
<p:tagLst xmlns:a="http://schemas.openxmlformats.org/drawingml/2006/main" xmlns:r="http://schemas.openxmlformats.org/officeDocument/2006/relationships" xmlns:p="http://schemas.openxmlformats.org/presentationml/2006/main">
  <p:tag name="THEMEIDCC" val="11"/>
</p:tagLst>
</file>

<file path=ppt/tags/tag39.xml><?xml version="1.0" encoding="utf-8"?>
<p:tagLst xmlns:a="http://schemas.openxmlformats.org/drawingml/2006/main" xmlns:r="http://schemas.openxmlformats.org/officeDocument/2006/relationships" xmlns:p="http://schemas.openxmlformats.org/presentationml/2006/main">
  <p:tag name="THEMEIDCC" val="11"/>
</p:tagLst>
</file>

<file path=ppt/theme/theme1.xml><?xml version="1.0" encoding="utf-8"?>
<a:theme xmlns:a="http://schemas.openxmlformats.org/drawingml/2006/main" name="WHITE TEMPLATE">
  <a:themeElements>
    <a:clrScheme name="Custom 6">
      <a:dk1>
        <a:srgbClr val="505050"/>
      </a:dk1>
      <a:lt1>
        <a:srgbClr val="FFFFFF"/>
      </a:lt1>
      <a:dk2>
        <a:srgbClr val="107C10"/>
      </a:dk2>
      <a:lt2>
        <a:srgbClr val="D5F7F6"/>
      </a:lt2>
      <a:accent1>
        <a:srgbClr val="107C10"/>
      </a:accent1>
      <a:accent2>
        <a:srgbClr val="0377D6"/>
      </a:accent2>
      <a:accent3>
        <a:srgbClr val="00B294"/>
      </a:accent3>
      <a:accent4>
        <a:srgbClr val="A80000"/>
      </a:accent4>
      <a:accent5>
        <a:srgbClr val="D83B01"/>
      </a:accent5>
      <a:accent6>
        <a:srgbClr val="FEB900"/>
      </a:accent6>
      <a:hlink>
        <a:srgbClr val="107C10"/>
      </a:hlink>
      <a:folHlink>
        <a:srgbClr val="107C1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rand_template_16-9_Consumer_GREEN_1.potx" id="{E6351070-060E-4EB7-8FC9-7F6CD9537A4B}" vid="{9FBE0A09-7139-47DB-B6B8-8BE9F30C10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item1.xml><?xml version="1.0" encoding="utf-8"?>
<Control xmlns="http://schemas.microsoft.com/VisualStudio/2011/storyboarding/control">
  <Id Name="369f9055-6b6c-48b9-9320-5df2d46c430a" Revision="1" Stencil="7276b9ef-3953-4dce-a89b-ed85f20b8b93" StencilVersion="1.0"/>
</Control>
</file>

<file path=customXml/item2.xml><?xml version="1.0" encoding="utf-8"?>
<Control xmlns="http://schemas.microsoft.com/VisualStudio/2011/storyboarding/control">
  <Id Name="d69996e1-3d61-4686-9b63-f1b855c596ab" Revision="1" Stencil="7276b9ef-3953-4dce-a89b-ed85f20b8b93" StencilVersion="1.0"/>
</Control>
</file>

<file path=customXml/item3.xml><?xml version="1.0" encoding="utf-8"?>
<p:properties xmlns:p="http://schemas.microsoft.com/office/2006/metadata/properties" xmlns:xsi="http://www.w3.org/2001/XMLSchema-instance" xmlns:pc="http://schemas.microsoft.com/office/infopath/2007/PartnerControls">
  <documentManagement>
    <SharedWithUsers xmlns="5e12eb9a-f254-44c4-87b3-12e2194c0681">
      <UserInfo>
        <DisplayName>Gilad Turbahn</DisplayName>
        <AccountId>511</AccountId>
        <AccountType/>
      </UserInfo>
      <UserInfo>
        <DisplayName>Keith Boyd</DisplayName>
        <AccountId>993</AccountId>
        <AccountType/>
      </UserInfo>
      <UserInfo>
        <DisplayName>Christopher Harrison</DisplayName>
        <AccountId>1176</AccountId>
        <AccountType/>
      </UserInfo>
    </SharedWithUsers>
    <_ip_UnifiedCompliancePolicyUIAction xmlns="http://schemas.microsoft.com/sharepoint/v3" xsi:nil="true"/>
    <_ip_UnifiedCompliancePolicyProperties xmlns="http://schemas.microsoft.com/sharepoint/v3" xsi:nil="true"/>
  </documentManagement>
</p:properties>
</file>

<file path=customXml/item4.xml><?xml version="1.0" encoding="utf-8"?>
<Control xmlns="http://schemas.microsoft.com/VisualStudio/2011/storyboarding/control">
  <Id Name="a2191c86-fc50-4add-948c-129f6b5a88d8" Revision="1" Stencil="7276b9ef-3953-4dce-a89b-ed85f20b8b93" StencilVersion="1.0"/>
</Control>
</file>

<file path=customXml/item5.xml><?xml version="1.0" encoding="utf-8"?>
<Control xmlns="http://schemas.microsoft.com/VisualStudio/2011/storyboarding/control">
  <Id Name="fb22c541-ded0-47fa-8877-83a4c2d16227" Revision="1" Stencil="7276b9ef-3953-4dce-a89b-ed85f20b8b93" StencilVersion="1.0"/>
</Control>
</file>

<file path=customXml/item6.xml><?xml version="1.0" encoding="utf-8"?>
<Control xmlns="http://schemas.microsoft.com/VisualStudio/2011/storyboarding/control">
  <Id Name="d69996e1-3d61-4686-9b63-f1b855c596ab" Revision="1" Stencil="7276b9ef-3953-4dce-a89b-ed85f20b8b93" StencilVersion="1.0"/>
</Control>
</file>

<file path=customXml/item7.xml><?xml version="1.0" encoding="utf-8"?>
<Control xmlns="http://schemas.microsoft.com/VisualStudio/2011/storyboarding/control">
  <Id Name="a53d73d2-368b-429e-b817-1324eec1382c" Revision="1" Stencil="7276b9ef-3953-4dce-a89b-ed85f20b8b93" StencilVersion="1.0"/>
</Control>
</file>

<file path=customXml/item8.xml><?xml version="1.0" encoding="utf-8"?>
<Control xmlns="http://schemas.microsoft.com/VisualStudio/2011/storyboarding/control">
  <Id Name="a2191c86-fc50-4add-948c-129f6b5a88d8" Revision="1" Stencil="7276b9ef-3953-4dce-a89b-ed85f20b8b93" StencilVersion="1.0"/>
</Control>
</file>

<file path=customXml/item9.xml><?xml version="1.0" encoding="utf-8"?>
<Control xmlns="http://schemas.microsoft.com/VisualStudio/2011/storyboarding/control">
  <Id Name="369f9055-6b6c-48b9-9320-5df2d46c430a" Revision="1" Stencil="7276b9ef-3953-4dce-a89b-ed85f20b8b93" StencilVersion="1.0"/>
</Control>
</file>

<file path=customXml/item10.xml><?xml version="1.0" encoding="utf-8"?>
<Control xmlns="http://schemas.microsoft.com/VisualStudio/2011/storyboarding/control">
  <Id Name="fb22c541-ded0-47fa-8877-83a4c2d16227" Revision="1" Stencil="7276b9ef-3953-4dce-a89b-ed85f20b8b93" StencilVersion="1.0"/>
</Control>
</file>

<file path=customXml/item11.xml><?xml version="1.0" encoding="utf-8"?>
<Control xmlns="http://schemas.microsoft.com/VisualStudio/2011/storyboarding/control">
  <Id Name="d69996e1-3d61-4686-9b63-f1b855c596ab" Revision="1" Stencil="7276b9ef-3953-4dce-a89b-ed85f20b8b93" StencilVersion="1.0"/>
</Control>
</file>

<file path=customXml/item12.xml><?xml version="1.0" encoding="utf-8"?>
<Control xmlns="http://schemas.microsoft.com/VisualStudio/2011/storyboarding/control">
  <Id Name="369f9055-6b6c-48b9-9320-5df2d46c430a" Revision="1" Stencil="7276b9ef-3953-4dce-a89b-ed85f20b8b93" StencilVersion="1.0"/>
</Control>
</file>

<file path=customXml/item13.xml><?xml version="1.0" encoding="utf-8"?>
<Control xmlns="http://schemas.microsoft.com/VisualStudio/2011/storyboarding/control">
  <Id Name="a53d73d2-368b-429e-b817-1324eec1382c" Revision="1" Stencil="7276b9ef-3953-4dce-a89b-ed85f20b8b93" StencilVersion="1.0"/>
</Control>
</file>

<file path=customXml/item14.xml><?xml version="1.0" encoding="utf-8"?>
<p:properties xmlns:p="http://schemas.microsoft.com/office/2006/metadata/properties" xmlns:xsi="http://www.w3.org/2001/XMLSchema-instance" xmlns:pc="http://schemas.microsoft.com/office/infopath/2007/PartnerControls">
  <documentManagement>
    <SharedWithUsers xmlns="83cd2334-221a-48c3-9034-bfd1542dfe28">
      <UserInfo>
        <DisplayName>Gilad Turbahn</DisplayName>
        <AccountId>511</AccountId>
        <AccountType/>
      </UserInfo>
      <UserInfo>
        <DisplayName>Keith Boyd</DisplayName>
        <AccountId>993</AccountId>
        <AccountType/>
      </UserInfo>
      <UserInfo>
        <DisplayName>Christopher Harrison</DisplayName>
        <AccountId>1176</AccountId>
        <AccountType/>
      </UserInfo>
    </SharedWithUsers>
  </documentManagement>
</p:properties>
</file>

<file path=customXml/item15.xml><?xml version="1.0" encoding="utf-8"?>
<Control xmlns="http://schemas.microsoft.com/VisualStudio/2011/storyboarding/control">
  <Id Name="a2191c86-fc50-4add-948c-129f6b5a88d8" Revision="1" Stencil="7276b9ef-3953-4dce-a89b-ed85f20b8b93" StencilVersion="1.0"/>
</Control>
</file>

<file path=customXml/item16.xml><?xml version="1.0" encoding="utf-8"?>
<Control xmlns="http://schemas.microsoft.com/VisualStudio/2011/storyboarding/control">
  <Id Name="a53d73d2-368b-429e-b817-1324eec1382c" Revision="1" Stencil="7276b9ef-3953-4dce-a89b-ed85f20b8b93" StencilVersion="1.0"/>
</Control>
</file>

<file path=customXml/item17.xml><?xml version="1.0" encoding="utf-8"?>
<Control xmlns="http://schemas.microsoft.com/VisualStudio/2011/storyboarding/control">
  <Id Name="fb22c541-ded0-47fa-8877-83a4c2d16227" Revision="1" Stencil="7276b9ef-3953-4dce-a89b-ed85f20b8b93" StencilVersion="1.0"/>
</Control>
</file>

<file path=customXml/item18.xml><?xml version="1.0" encoding="utf-8"?>
<Control xmlns="http://schemas.microsoft.com/VisualStudio/2011/storyboarding/control">
  <Id Name="fb22c541-ded0-47fa-8877-83a4c2d16227" Revision="1" Stencil="7276b9ef-3953-4dce-a89b-ed85f20b8b93" StencilVersion="1.0"/>
</Control>
</file>

<file path=customXml/item19.xml><?xml version="1.0" encoding="utf-8"?>
<Control xmlns="http://schemas.microsoft.com/VisualStudio/2011/storyboarding/control">
  <Id Name="a53d73d2-368b-429e-b817-1324eec1382c" Revision="1" Stencil="7276b9ef-3953-4dce-a89b-ed85f20b8b93" StencilVersion="1.0"/>
</Control>
</file>

<file path=customXml/item20.xml><?xml version="1.0" encoding="utf-8"?>
<Control xmlns="http://schemas.microsoft.com/VisualStudio/2011/storyboarding/control">
  <Id Name="a2191c86-fc50-4add-948c-129f6b5a88d8" Revision="1" Stencil="7276b9ef-3953-4dce-a89b-ed85f20b8b93" StencilVersion="1.0"/>
</Control>
</file>

<file path=customXml/item21.xml><?xml version="1.0" encoding="utf-8"?>
<Control xmlns="http://schemas.microsoft.com/VisualStudio/2011/storyboarding/control">
  <Id Name="369f9055-6b6c-48b9-9320-5df2d46c430a" Revision="1" Stencil="7276b9ef-3953-4dce-a89b-ed85f20b8b93" StencilVersion="1.0"/>
</Control>
</file>

<file path=customXml/item22.xml><?xml version="1.0" encoding="utf-8"?>
<Control xmlns="http://schemas.microsoft.com/VisualStudio/2011/storyboarding/control">
  <Id Name="d69996e1-3d61-4686-9b63-f1b855c596ab" Revision="1" Stencil="7276b9ef-3953-4dce-a89b-ed85f20b8b93" StencilVersion="1.0"/>
</Control>
</file>

<file path=customXml/item23.xml><?xml version="1.0" encoding="utf-8"?>
<Control xmlns="http://schemas.microsoft.com/VisualStudio/2011/storyboarding/control">
  <Id Name="a2191c86-fc50-4add-948c-129f6b5a88d8" Revision="1" Stencil="7276b9ef-3953-4dce-a89b-ed85f20b8b93" StencilVersion="1.0"/>
</Control>
</file>

<file path=customXml/item24.xml><?xml version="1.0" encoding="utf-8"?>
<Control xmlns="http://schemas.microsoft.com/VisualStudio/2011/storyboarding/control">
  <Id Name="a53d73d2-368b-429e-b817-1324eec1382c" Revision="1" Stencil="7276b9ef-3953-4dce-a89b-ed85f20b8b93" StencilVersion="1.0"/>
</Control>
</file>

<file path=customXml/item25.xml><?xml version="1.0" encoding="utf-8"?>
<p:properties xmlns:p="http://schemas.microsoft.com/office/2006/metadata/properties" xmlns:xsi="http://www.w3.org/2001/XMLSchema-instance" xmlns:pc="http://schemas.microsoft.com/office/infopath/2007/PartnerControls">
  <documentManagement>
    <SharedWithUsers xmlns="5e12eb9a-f254-44c4-87b3-12e2194c0681">
      <UserInfo>
        <DisplayName>Gilad Turbahn</DisplayName>
        <AccountId>511</AccountId>
        <AccountType/>
      </UserInfo>
      <UserInfo>
        <DisplayName>Keith Boyd</DisplayName>
        <AccountId>993</AccountId>
        <AccountType/>
      </UserInfo>
      <UserInfo>
        <DisplayName>Christopher Harrison</DisplayName>
        <AccountId>1176</AccountId>
        <AccountType/>
      </UserInfo>
    </SharedWithUsers>
    <_ip_UnifiedCompliancePolicyUIAction xmlns="http://schemas.microsoft.com/sharepoint/v3" xsi:nil="true"/>
    <_ip_UnifiedCompliancePolicyProperties xmlns="http://schemas.microsoft.com/sharepoint/v3" xsi:nil="true"/>
  </documentManagement>
</p:properties>
</file>

<file path=customXml/item26.xml><?xml version="1.0" encoding="utf-8"?>
<Control xmlns="http://schemas.microsoft.com/VisualStudio/2011/storyboarding/control">
  <Id Name="fb22c541-ded0-47fa-8877-83a4c2d16227" Revision="1" Stencil="7276b9ef-3953-4dce-a89b-ed85f20b8b93" StencilVersion="1.0"/>
</Control>
</file>

<file path=customXml/item27.xml><?xml version="1.0" encoding="utf-8"?>
<Control xmlns="http://schemas.microsoft.com/VisualStudio/2011/storyboarding/control">
  <Id Name="a2191c86-fc50-4add-948c-129f6b5a88d8" Revision="1" Stencil="7276b9ef-3953-4dce-a89b-ed85f20b8b93" StencilVersion="1.0"/>
</Control>
</file>

<file path=customXml/item28.xml><?xml version="1.0" encoding="utf-8"?>
<Control xmlns="http://schemas.microsoft.com/VisualStudio/2011/storyboarding/control">
  <Id Name="369f9055-6b6c-48b9-9320-5df2d46c430a" Revision="1" Stencil="7276b9ef-3953-4dce-a89b-ed85f20b8b93" StencilVersion="1.0"/>
</Control>
</file>

<file path=customXml/item29.xml><?xml version="1.0" encoding="utf-8"?>
<Control xmlns="http://schemas.microsoft.com/VisualStudio/2011/storyboarding/control">
  <Id Name="a53d73d2-368b-429e-b817-1324eec1382c" Revision="1" Stencil="7276b9ef-3953-4dce-a89b-ed85f20b8b93" StencilVersion="1.0"/>
</Control>
</file>

<file path=customXml/item30.xml><?xml version="1.0" encoding="utf-8"?>
<Control xmlns="http://schemas.microsoft.com/VisualStudio/2011/storyboarding/control">
  <Id Name="d69996e1-3d61-4686-9b63-f1b855c596ab" Revision="1" Stencil="7276b9ef-3953-4dce-a89b-ed85f20b8b93" StencilVersion="1.0"/>
</Control>
</file>

<file path=customXml/itemProps1.xml><?xml version="1.0" encoding="utf-8"?>
<ds:datastoreItem xmlns:ds="http://schemas.openxmlformats.org/officeDocument/2006/customXml" ds:itemID="{FE651ABA-5DC1-4ABD-A06E-055AE54B337B}">
  <ds:schemaRefs>
    <ds:schemaRef ds:uri="http://schemas.microsoft.com/VisualStudio/2011/storyboarding/control"/>
  </ds:schemaRefs>
</ds:datastoreItem>
</file>

<file path=customXml/itemProps2.xml><?xml version="1.0" encoding="utf-8"?>
<ds:datastoreItem xmlns:ds="http://schemas.openxmlformats.org/officeDocument/2006/customXml" ds:itemID="{C63AC2F0-1DEB-4E91-A88A-7A014A172F4F}">
  <ds:schemaRefs>
    <ds:schemaRef ds:uri="http://schemas.microsoft.com/VisualStudio/2011/storyboarding/control"/>
  </ds:schemaRefs>
</ds:datastoreItem>
</file>

<file path=customXml/itemProps3.xml><?xml version="1.0" encoding="utf-8"?>
<ds:datastoreItem xmlns:ds="http://schemas.openxmlformats.org/officeDocument/2006/customXml" ds:itemID="{FD6FB95F-89A9-4B9D-B445-373B6F00059B}">
  <ds:schemaRefs>
    <ds:schemaRef ds:uri="http://schemas.microsoft.com/office/2006/metadata/properties"/>
    <ds:schemaRef ds:uri="http://schemas.microsoft.com/office/infopath/2007/PartnerControls"/>
    <ds:schemaRef ds:uri="5e12eb9a-f254-44c4-87b3-12e2194c0681"/>
    <ds:schemaRef ds:uri="http://schemas.microsoft.com/sharepoint/v3"/>
  </ds:schemaRefs>
</ds:datastoreItem>
</file>

<file path=customXml/itemProps4.xml><?xml version="1.0" encoding="utf-8"?>
<ds:datastoreItem xmlns:ds="http://schemas.openxmlformats.org/officeDocument/2006/customXml" ds:itemID="{0B54C583-7BAB-4080-8093-C5F84F5A225A}">
  <ds:schemaRefs>
    <ds:schemaRef ds:uri="http://schemas.microsoft.com/VisualStudio/2011/storyboarding/control"/>
  </ds:schemaRefs>
</ds:datastoreItem>
</file>

<file path=customXml/itemProps5.xml><?xml version="1.0" encoding="utf-8"?>
<ds:datastoreItem xmlns:ds="http://schemas.openxmlformats.org/officeDocument/2006/customXml" ds:itemID="{432851C6-BC05-4673-B853-6D08AB80CDC4}">
  <ds:schemaRefs>
    <ds:schemaRef ds:uri="http://schemas.microsoft.com/VisualStudio/2011/storyboarding/control"/>
  </ds:schemaRefs>
</ds:datastoreItem>
</file>

<file path=customXml/itemProps6.xml><?xml version="1.0" encoding="utf-8"?>
<ds:datastoreItem xmlns:ds="http://schemas.openxmlformats.org/officeDocument/2006/customXml" ds:itemID="{67213E6F-7B96-4222-888B-63710B06D885}">
  <ds:schemaRefs>
    <ds:schemaRef ds:uri="http://schemas.microsoft.com/VisualStudio/2011/storyboarding/control"/>
  </ds:schemaRefs>
</ds:datastoreItem>
</file>

<file path=customXml/itemProps7.xml><?xml version="1.0" encoding="utf-8"?>
<ds:datastoreItem xmlns:ds="http://schemas.openxmlformats.org/officeDocument/2006/customXml" ds:itemID="{F68D8396-E21C-4AFF-8FDD-70D00673D0EE}">
  <ds:schemaRefs>
    <ds:schemaRef ds:uri="http://schemas.microsoft.com/VisualStudio/2011/storyboarding/control"/>
  </ds:schemaRefs>
</ds:datastoreItem>
</file>

<file path=customXml/itemProps8.xml><?xml version="1.0" encoding="utf-8"?>
<ds:datastoreItem xmlns:ds="http://schemas.openxmlformats.org/officeDocument/2006/customXml" ds:itemID="{D4B5F268-5930-44CD-BDF1-D0A04D4BBC1C}">
  <ds:schemaRefs>
    <ds:schemaRef ds:uri="http://schemas.microsoft.com/VisualStudio/2011/storyboarding/control"/>
  </ds:schemaRefs>
</ds:datastoreItem>
</file>

<file path=customXml/itemProps9.xml><?xml version="1.0" encoding="utf-8"?>
<ds:datastoreItem xmlns:ds="http://schemas.openxmlformats.org/officeDocument/2006/customXml" ds:itemID="{08C4EE12-DF69-4FFC-9E40-C7991F3490A6}">
  <ds:schemaRefs>
    <ds:schemaRef ds:uri="http://schemas.microsoft.com/VisualStudio/2011/storyboarding/control"/>
  </ds:schemaRefs>
</ds:datastoreItem>
</file>

<file path=customXml/itemProps10.xml><?xml version="1.0" encoding="utf-8"?>
<ds:datastoreItem xmlns:ds="http://schemas.openxmlformats.org/officeDocument/2006/customXml" ds:itemID="{D6FEE829-2115-45B4-8110-670FD454542B}">
  <ds:schemaRefs>
    <ds:schemaRef ds:uri="http://schemas.microsoft.com/VisualStudio/2011/storyboarding/control"/>
  </ds:schemaRefs>
</ds:datastoreItem>
</file>

<file path=customXml/itemProps11.xml><?xml version="1.0" encoding="utf-8"?>
<ds:datastoreItem xmlns:ds="http://schemas.openxmlformats.org/officeDocument/2006/customXml" ds:itemID="{C0F92A87-A216-45A9-B9C0-0515663D35BF}">
  <ds:schemaRefs>
    <ds:schemaRef ds:uri="http://schemas.microsoft.com/VisualStudio/2011/storyboarding/control"/>
  </ds:schemaRefs>
</ds:datastoreItem>
</file>

<file path=customXml/itemProps12.xml><?xml version="1.0" encoding="utf-8"?>
<ds:datastoreItem xmlns:ds="http://schemas.openxmlformats.org/officeDocument/2006/customXml" ds:itemID="{38217AA1-CC95-49A9-B284-2ED4D347D7CA}">
  <ds:schemaRefs>
    <ds:schemaRef ds:uri="http://schemas.microsoft.com/VisualStudio/2011/storyboarding/control"/>
  </ds:schemaRefs>
</ds:datastoreItem>
</file>

<file path=customXml/itemProps13.xml><?xml version="1.0" encoding="utf-8"?>
<ds:datastoreItem xmlns:ds="http://schemas.openxmlformats.org/officeDocument/2006/customXml" ds:itemID="{4E805D65-1532-4BB0-8F41-8013167C0009}">
  <ds:schemaRefs>
    <ds:schemaRef ds:uri="http://schemas.microsoft.com/VisualStudio/2011/storyboarding/control"/>
  </ds:schemaRefs>
</ds:datastoreItem>
</file>

<file path=customXml/itemProps14.xml><?xml version="1.0" encoding="utf-8"?>
<ds:datastoreItem xmlns:ds="http://schemas.openxmlformats.org/officeDocument/2006/customXml" ds:itemID="{288CFC38-52E2-4565-B1A4-920CEA843820}">
  <ds:schemaRefs>
    <ds:schemaRef ds:uri="http://schemas.microsoft.com/office/2006/metadata/properties"/>
    <ds:schemaRef ds:uri="http://schemas.microsoft.com/office/infopath/2007/PartnerControls"/>
    <ds:schemaRef ds:uri="83cd2334-221a-48c3-9034-bfd1542dfe28"/>
  </ds:schemaRefs>
</ds:datastoreItem>
</file>

<file path=customXml/itemProps15.xml><?xml version="1.0" encoding="utf-8"?>
<ds:datastoreItem xmlns:ds="http://schemas.openxmlformats.org/officeDocument/2006/customXml" ds:itemID="{8BD595CA-AC5E-43B9-B966-E468A16E8322}">
  <ds:schemaRefs>
    <ds:schemaRef ds:uri="http://schemas.microsoft.com/VisualStudio/2011/storyboarding/control"/>
  </ds:schemaRefs>
</ds:datastoreItem>
</file>

<file path=customXml/itemProps16.xml><?xml version="1.0" encoding="utf-8"?>
<ds:datastoreItem xmlns:ds="http://schemas.openxmlformats.org/officeDocument/2006/customXml" ds:itemID="{6FB9D450-4C47-4A44-8C0D-C78D8A54C46F}">
  <ds:schemaRefs>
    <ds:schemaRef ds:uri="http://schemas.microsoft.com/VisualStudio/2011/storyboarding/control"/>
  </ds:schemaRefs>
</ds:datastoreItem>
</file>

<file path=customXml/itemProps17.xml><?xml version="1.0" encoding="utf-8"?>
<ds:datastoreItem xmlns:ds="http://schemas.openxmlformats.org/officeDocument/2006/customXml" ds:itemID="{B5105A87-47B6-44F6-97FD-4619C0556604}">
  <ds:schemaRefs>
    <ds:schemaRef ds:uri="http://schemas.microsoft.com/VisualStudio/2011/storyboarding/control"/>
  </ds:schemaRefs>
</ds:datastoreItem>
</file>

<file path=customXml/itemProps18.xml><?xml version="1.0" encoding="utf-8"?>
<ds:datastoreItem xmlns:ds="http://schemas.openxmlformats.org/officeDocument/2006/customXml" ds:itemID="{4E8278DB-3CDD-48A7-992E-A7596AD335B9}">
  <ds:schemaRefs>
    <ds:schemaRef ds:uri="http://schemas.microsoft.com/VisualStudio/2011/storyboarding/control"/>
  </ds:schemaRefs>
</ds:datastoreItem>
</file>

<file path=customXml/itemProps19.xml><?xml version="1.0" encoding="utf-8"?>
<ds:datastoreItem xmlns:ds="http://schemas.openxmlformats.org/officeDocument/2006/customXml" ds:itemID="{ED350DFE-2319-4AB0-BC96-1D36D125365A}">
  <ds:schemaRefs>
    <ds:schemaRef ds:uri="http://schemas.microsoft.com/VisualStudio/2011/storyboarding/control"/>
  </ds:schemaRefs>
</ds:datastoreItem>
</file>

<file path=customXml/itemProps20.xml><?xml version="1.0" encoding="utf-8"?>
<ds:datastoreItem xmlns:ds="http://schemas.openxmlformats.org/officeDocument/2006/customXml" ds:itemID="{3C954CC5-1CAC-4EC3-9791-8630483065B9}">
  <ds:schemaRefs>
    <ds:schemaRef ds:uri="http://schemas.microsoft.com/VisualStudio/2011/storyboarding/control"/>
  </ds:schemaRefs>
</ds:datastoreItem>
</file>

<file path=customXml/itemProps21.xml><?xml version="1.0" encoding="utf-8"?>
<ds:datastoreItem xmlns:ds="http://schemas.openxmlformats.org/officeDocument/2006/customXml" ds:itemID="{7959CC6A-F423-4783-B968-3BCC86A7394E}">
  <ds:schemaRefs>
    <ds:schemaRef ds:uri="http://schemas.microsoft.com/VisualStudio/2011/storyboarding/control"/>
  </ds:schemaRefs>
</ds:datastoreItem>
</file>

<file path=customXml/itemProps22.xml><?xml version="1.0" encoding="utf-8"?>
<ds:datastoreItem xmlns:ds="http://schemas.openxmlformats.org/officeDocument/2006/customXml" ds:itemID="{366CA990-F93D-4100-9654-65D9E30F4E1C}">
  <ds:schemaRefs>
    <ds:schemaRef ds:uri="http://schemas.microsoft.com/VisualStudio/2011/storyboarding/control"/>
  </ds:schemaRefs>
</ds:datastoreItem>
</file>

<file path=customXml/itemProps23.xml><?xml version="1.0" encoding="utf-8"?>
<ds:datastoreItem xmlns:ds="http://schemas.openxmlformats.org/officeDocument/2006/customXml" ds:itemID="{4B16F4FE-7C26-4443-B426-81998D23ED87}">
  <ds:schemaRefs>
    <ds:schemaRef ds:uri="http://schemas.microsoft.com/VisualStudio/2011/storyboarding/control"/>
  </ds:schemaRefs>
</ds:datastoreItem>
</file>

<file path=customXml/itemProps24.xml><?xml version="1.0" encoding="utf-8"?>
<ds:datastoreItem xmlns:ds="http://schemas.openxmlformats.org/officeDocument/2006/customXml" ds:itemID="{21F6B647-976A-41D0-B760-9DF9DFC6AE3C}">
  <ds:schemaRefs>
    <ds:schemaRef ds:uri="http://schemas.microsoft.com/VisualStudio/2011/storyboarding/control"/>
  </ds:schemaRefs>
</ds:datastoreItem>
</file>

<file path=customXml/itemProps25.xml><?xml version="1.0" encoding="utf-8"?>
<ds:datastoreItem xmlns:ds="http://schemas.openxmlformats.org/officeDocument/2006/customXml" ds:itemID="{957D9625-DB19-4BE1-AAD1-6284E3FBBE38}">
  <ds:schemaRefs>
    <ds:schemaRef ds:uri="http://schemas.microsoft.com/office/2006/metadata/properties"/>
    <ds:schemaRef ds:uri="http://schemas.microsoft.com/office/infopath/2007/PartnerControls"/>
    <ds:schemaRef ds:uri="5e12eb9a-f254-44c4-87b3-12e2194c0681"/>
    <ds:schemaRef ds:uri="http://schemas.microsoft.com/sharepoint/v3"/>
  </ds:schemaRefs>
</ds:datastoreItem>
</file>

<file path=customXml/itemProps26.xml><?xml version="1.0" encoding="utf-8"?>
<ds:datastoreItem xmlns:ds="http://schemas.openxmlformats.org/officeDocument/2006/customXml" ds:itemID="{376216F9-AF6B-4844-AE8C-B9F953F916AB}">
  <ds:schemaRefs>
    <ds:schemaRef ds:uri="http://schemas.microsoft.com/VisualStudio/2011/storyboarding/control"/>
  </ds:schemaRefs>
</ds:datastoreItem>
</file>

<file path=customXml/itemProps27.xml><?xml version="1.0" encoding="utf-8"?>
<ds:datastoreItem xmlns:ds="http://schemas.openxmlformats.org/officeDocument/2006/customXml" ds:itemID="{8257D6BC-B71E-4D95-81E4-A1D4A8174168}">
  <ds:schemaRefs>
    <ds:schemaRef ds:uri="http://schemas.microsoft.com/VisualStudio/2011/storyboarding/control"/>
  </ds:schemaRefs>
</ds:datastoreItem>
</file>

<file path=customXml/itemProps28.xml><?xml version="1.0" encoding="utf-8"?>
<ds:datastoreItem xmlns:ds="http://schemas.openxmlformats.org/officeDocument/2006/customXml" ds:itemID="{82DB428A-B8F8-483F-8276-095629A8ECDB}">
  <ds:schemaRefs>
    <ds:schemaRef ds:uri="http://schemas.microsoft.com/VisualStudio/2011/storyboarding/control"/>
  </ds:schemaRefs>
</ds:datastoreItem>
</file>

<file path=customXml/itemProps29.xml><?xml version="1.0" encoding="utf-8"?>
<ds:datastoreItem xmlns:ds="http://schemas.openxmlformats.org/officeDocument/2006/customXml" ds:itemID="{8893E80D-6D0C-4E0F-AA22-E5615BB87E5B}">
  <ds:schemaRefs>
    <ds:schemaRef ds:uri="http://schemas.microsoft.com/VisualStudio/2011/storyboarding/control"/>
  </ds:schemaRefs>
</ds:datastoreItem>
</file>

<file path=customXml/itemProps30.xml><?xml version="1.0" encoding="utf-8"?>
<ds:datastoreItem xmlns:ds="http://schemas.openxmlformats.org/officeDocument/2006/customXml" ds:itemID="{3DC6CABD-46E1-4C27-A0B3-616DC56F8E5C}">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Brand_template_16-9_Consumer_GREEN_1</Template>
  <TotalTime>0</TotalTime>
  <Words>256</Words>
  <Application>Microsoft Office PowerPoint</Application>
  <PresentationFormat>Custom</PresentationFormat>
  <Paragraphs>71</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Consolas</vt:lpstr>
      <vt:lpstr>Segoe UI</vt:lpstr>
      <vt:lpstr>Segoe UI Light</vt:lpstr>
      <vt:lpstr>Wingdings</vt:lpstr>
      <vt:lpstr>WHITE TEMPLATE</vt:lpstr>
      <vt:lpstr>Visual Studio 2017 Features</vt:lpstr>
      <vt:lpstr>What's new for developers in Visual Studio 2017</vt:lpstr>
      <vt:lpstr>PowerPoint Presentation</vt:lpstr>
      <vt:lpstr>Agenda -</vt:lpstr>
      <vt:lpstr>Web Tools</vt:lpstr>
      <vt:lpstr>Chrome Debugging</vt:lpstr>
      <vt:lpstr>ASP.NET Core  Docker </vt:lpstr>
      <vt:lpstr>Extensions</vt:lpstr>
      <vt:lpstr>Roaming Extension Manager</vt:lpstr>
      <vt:lpstr>Live Unit Tests</vt:lpstr>
      <vt:lpstr>Live Unit Testing</vt:lpstr>
      <vt:lpstr>Debug Tools</vt:lpstr>
      <vt:lpstr>Debug Tools</vt:lpstr>
      <vt:lpstr>Code Editor &amp; Refactoring</vt:lpstr>
      <vt:lpstr>Code Editor</vt:lpstr>
      <vt:lpstr>Refactor</vt:lpstr>
      <vt:lpstr>Style Analyzer</vt:lpstr>
      <vt:lpstr>Style Analyzer</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2017-03-14T22:19:36Z</dcterms:created>
  <dcterms:modified xsi:type="dcterms:W3CDTF">2017-05-06T18:32:56Z</dcterms:modified>
</cp:coreProperties>
</file>